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nva Sans" panose="020B0604020202020204" charset="0"/>
      <p:regular r:id="rId19"/>
    </p:embeddedFont>
    <p:embeddedFont>
      <p:font typeface="Futura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67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gif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10" b="-1140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04415" y="0"/>
            <a:ext cx="5483585" cy="1470790"/>
            <a:chOff x="0" y="0"/>
            <a:chExt cx="1444237" cy="3873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051D7E">
                    <a:alpha val="100000"/>
                  </a:srgbClr>
                </a:gs>
                <a:gs pos="100000">
                  <a:srgbClr val="4F145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75715" y="1028700"/>
            <a:ext cx="5483585" cy="1470790"/>
            <a:chOff x="0" y="0"/>
            <a:chExt cx="1444237" cy="3873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814162"/>
            <a:ext cx="5483585" cy="1470790"/>
            <a:chOff x="0" y="0"/>
            <a:chExt cx="1444237" cy="3873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4415" y="8814162"/>
            <a:ext cx="5483585" cy="1470790"/>
            <a:chOff x="0" y="0"/>
            <a:chExt cx="1444237" cy="3873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051D7E">
                    <a:alpha val="100000"/>
                  </a:srgbClr>
                </a:gs>
                <a:gs pos="100000">
                  <a:srgbClr val="4F145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7787510"/>
            <a:ext cx="5483585" cy="1470790"/>
            <a:chOff x="0" y="0"/>
            <a:chExt cx="1444237" cy="387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75715" y="7787510"/>
            <a:ext cx="5483585" cy="1470790"/>
            <a:chOff x="0" y="0"/>
            <a:chExt cx="1444237" cy="3873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452734" y="3498429"/>
            <a:ext cx="13382532" cy="3290141"/>
            <a:chOff x="0" y="0"/>
            <a:chExt cx="3524617" cy="8665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24617" cy="866539"/>
            </a:xfrm>
            <a:custGeom>
              <a:avLst/>
              <a:gdLst/>
              <a:ahLst/>
              <a:cxnLst/>
              <a:rect l="l" t="t" r="r" b="b"/>
              <a:pathLst>
                <a:path w="3524617" h="866539">
                  <a:moveTo>
                    <a:pt x="0" y="0"/>
                  </a:moveTo>
                  <a:lnTo>
                    <a:pt x="3524617" y="0"/>
                  </a:lnTo>
                  <a:lnTo>
                    <a:pt x="3524617" y="866539"/>
                  </a:lnTo>
                  <a:lnTo>
                    <a:pt x="0" y="866539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4F145D">
                      <a:alpha val="100000"/>
                    </a:srgbClr>
                  </a:gs>
                  <a:gs pos="100000">
                    <a:srgbClr val="051D7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524617" cy="90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43708" y="3711213"/>
            <a:ext cx="13800585" cy="237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60"/>
              </a:lnSpc>
              <a:spcBef>
                <a:spcPct val="0"/>
              </a:spcBef>
            </a:pPr>
            <a:r>
              <a:rPr lang="en-US" sz="12471" b="1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GAMEPULSE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75715" y="7594078"/>
            <a:ext cx="5483585" cy="166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Группа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: ПИБ-242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Синейкин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Павел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Романович</a:t>
            </a:r>
            <a:endParaRPr lang="en-US" sz="240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Жилин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Егор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Сергеевич</a:t>
            </a:r>
            <a:endParaRPr lang="en-US" sz="240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Логинов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Андрей</a:t>
            </a:r>
            <a:r>
              <a:rPr lang="en-US" sz="240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403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Витальевич</a:t>
            </a:r>
            <a:endParaRPr lang="en-US" sz="240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2722068" y="2700948"/>
            <a:ext cx="12751376" cy="6142252"/>
            <a:chOff x="0" y="0"/>
            <a:chExt cx="1687381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87381" cy="812800"/>
            </a:xfrm>
            <a:custGeom>
              <a:avLst/>
              <a:gdLst/>
              <a:ahLst/>
              <a:cxnLst/>
              <a:rect l="l" t="t" r="r" b="b"/>
              <a:pathLst>
                <a:path w="1687381" h="812800">
                  <a:moveTo>
                    <a:pt x="13964" y="0"/>
                  </a:moveTo>
                  <a:lnTo>
                    <a:pt x="1673417" y="0"/>
                  </a:lnTo>
                  <a:cubicBezTo>
                    <a:pt x="1681129" y="0"/>
                    <a:pt x="1687381" y="6252"/>
                    <a:pt x="1687381" y="13964"/>
                  </a:cubicBezTo>
                  <a:lnTo>
                    <a:pt x="1687381" y="798836"/>
                  </a:lnTo>
                  <a:cubicBezTo>
                    <a:pt x="1687381" y="806548"/>
                    <a:pt x="1681129" y="812800"/>
                    <a:pt x="1673417" y="812800"/>
                  </a:cubicBezTo>
                  <a:lnTo>
                    <a:pt x="13964" y="812800"/>
                  </a:lnTo>
                  <a:cubicBezTo>
                    <a:pt x="6252" y="812800"/>
                    <a:pt x="0" y="806548"/>
                    <a:pt x="0" y="798836"/>
                  </a:cubicBezTo>
                  <a:lnTo>
                    <a:pt x="0" y="13964"/>
                  </a:lnTo>
                  <a:cubicBezTo>
                    <a:pt x="0" y="6252"/>
                    <a:pt x="6252" y="0"/>
                    <a:pt x="13964" y="0"/>
                  </a:cubicBezTo>
                  <a:close/>
                </a:path>
              </a:pathLst>
            </a:custGeom>
            <a:blipFill>
              <a:blip r:embed="rId3"/>
              <a:stretch>
                <a:fillRect l="-176" r="-17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-16663906" y="4476375"/>
            <a:ext cx="16643540" cy="2583666"/>
            <a:chOff x="0" y="0"/>
            <a:chExt cx="523592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35920" cy="812800"/>
            </a:xfrm>
            <a:custGeom>
              <a:avLst/>
              <a:gdLst/>
              <a:ahLst/>
              <a:cxnLst/>
              <a:rect l="l" t="t" r="r" b="b"/>
              <a:pathLst>
                <a:path w="5235920" h="812800">
                  <a:moveTo>
                    <a:pt x="10699" y="0"/>
                  </a:moveTo>
                  <a:lnTo>
                    <a:pt x="5225222" y="0"/>
                  </a:lnTo>
                  <a:cubicBezTo>
                    <a:pt x="5231130" y="0"/>
                    <a:pt x="5235920" y="4790"/>
                    <a:pt x="5235920" y="10699"/>
                  </a:cubicBezTo>
                  <a:lnTo>
                    <a:pt x="5235920" y="802101"/>
                  </a:lnTo>
                  <a:cubicBezTo>
                    <a:pt x="5235920" y="804939"/>
                    <a:pt x="5234793" y="807660"/>
                    <a:pt x="5232787" y="809666"/>
                  </a:cubicBezTo>
                  <a:cubicBezTo>
                    <a:pt x="5230780" y="811673"/>
                    <a:pt x="5228059" y="812800"/>
                    <a:pt x="5225222" y="812800"/>
                  </a:cubicBezTo>
                  <a:lnTo>
                    <a:pt x="10699" y="812800"/>
                  </a:lnTo>
                  <a:cubicBezTo>
                    <a:pt x="4790" y="812800"/>
                    <a:pt x="0" y="808010"/>
                    <a:pt x="0" y="802101"/>
                  </a:cubicBezTo>
                  <a:lnTo>
                    <a:pt x="0" y="10699"/>
                  </a:lnTo>
                  <a:cubicBezTo>
                    <a:pt x="0" y="4790"/>
                    <a:pt x="4790" y="0"/>
                    <a:pt x="10699" y="0"/>
                  </a:cubicBezTo>
                  <a:close/>
                </a:path>
              </a:pathLst>
            </a:custGeom>
            <a:blipFill>
              <a:blip r:embed="rId4"/>
              <a:stretch>
                <a:fillRect t="-326" b="-326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752600" y="1470790"/>
            <a:ext cx="14782800" cy="83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ОПИСАНИЕ ПОЛЬЗОВАТЕЛЕЙ И РОЛЕЙ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0.00602 L 0.22865 -0.04244 C 0.2763 -0.05339 0.34792 -0.05926 0.42266 -0.05926 C 0.5079 -0.05926 0.5763 -0.05339 0.62396 -0.04244 L 0.85261 0.00602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630" y="-32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9444E-6 0.00602 L 0.25633 0.04151 C 0.30981 0.04954 0.3901 0.05401 0.47404 0.05401 C 0.5697 0.05401 0.64635 0.04954 0.69982 0.04151 L 0.95616 0.00602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804" y="23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470790"/>
            <a:chOff x="0" y="0"/>
            <a:chExt cx="4816593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87368"/>
            </a:xfrm>
            <a:custGeom>
              <a:avLst/>
              <a:gdLst/>
              <a:ahLst/>
              <a:cxnLst/>
              <a:rect l="l" t="t" r="r" b="b"/>
              <a:pathLst>
                <a:path w="4816592" h="387368">
                  <a:moveTo>
                    <a:pt x="0" y="0"/>
                  </a:moveTo>
                  <a:lnTo>
                    <a:pt x="4816592" y="0"/>
                  </a:lnTo>
                  <a:lnTo>
                    <a:pt x="4816592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2409105" y="4408105"/>
            <a:ext cx="10287000" cy="1470790"/>
            <a:chOff x="0" y="0"/>
            <a:chExt cx="2709333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3" cy="387368"/>
            </a:xfrm>
            <a:custGeom>
              <a:avLst/>
              <a:gdLst/>
              <a:ahLst/>
              <a:cxnLst/>
              <a:rect l="l" t="t" r="r" b="b"/>
              <a:pathLst>
                <a:path w="2709333" h="387368">
                  <a:moveTo>
                    <a:pt x="0" y="0"/>
                  </a:moveTo>
                  <a:lnTo>
                    <a:pt x="2709333" y="0"/>
                  </a:lnTo>
                  <a:lnTo>
                    <a:pt x="2709333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3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4291527" y="2152248"/>
            <a:ext cx="14123124" cy="6865873"/>
            <a:chOff x="0" y="0"/>
            <a:chExt cx="1707971" cy="830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7971" cy="830320"/>
            </a:xfrm>
            <a:custGeom>
              <a:avLst/>
              <a:gdLst/>
              <a:ahLst/>
              <a:cxnLst/>
              <a:rect l="l" t="t" r="r" b="b"/>
              <a:pathLst>
                <a:path w="1707971" h="830320">
                  <a:moveTo>
                    <a:pt x="12608" y="0"/>
                  </a:moveTo>
                  <a:lnTo>
                    <a:pt x="1695363" y="0"/>
                  </a:lnTo>
                  <a:cubicBezTo>
                    <a:pt x="1698707" y="0"/>
                    <a:pt x="1701914" y="1328"/>
                    <a:pt x="1704279" y="3693"/>
                  </a:cubicBezTo>
                  <a:cubicBezTo>
                    <a:pt x="1706643" y="6057"/>
                    <a:pt x="1707971" y="9264"/>
                    <a:pt x="1707971" y="12608"/>
                  </a:cubicBezTo>
                  <a:lnTo>
                    <a:pt x="1707971" y="817712"/>
                  </a:lnTo>
                  <a:cubicBezTo>
                    <a:pt x="1707971" y="821056"/>
                    <a:pt x="1706643" y="824263"/>
                    <a:pt x="1704279" y="826627"/>
                  </a:cubicBezTo>
                  <a:cubicBezTo>
                    <a:pt x="1701914" y="828992"/>
                    <a:pt x="1698707" y="830320"/>
                    <a:pt x="1695363" y="830320"/>
                  </a:cubicBezTo>
                  <a:lnTo>
                    <a:pt x="12608" y="830320"/>
                  </a:lnTo>
                  <a:cubicBezTo>
                    <a:pt x="9264" y="830320"/>
                    <a:pt x="6057" y="828992"/>
                    <a:pt x="3693" y="826627"/>
                  </a:cubicBezTo>
                  <a:cubicBezTo>
                    <a:pt x="1328" y="824263"/>
                    <a:pt x="0" y="821056"/>
                    <a:pt x="0" y="817712"/>
                  </a:cubicBezTo>
                  <a:lnTo>
                    <a:pt x="0" y="12608"/>
                  </a:lnTo>
                  <a:cubicBezTo>
                    <a:pt x="0" y="9264"/>
                    <a:pt x="1328" y="6057"/>
                    <a:pt x="3693" y="3693"/>
                  </a:cubicBezTo>
                  <a:cubicBezTo>
                    <a:pt x="6057" y="1328"/>
                    <a:pt x="9264" y="0"/>
                    <a:pt x="12608" y="0"/>
                  </a:cubicBezTo>
                  <a:close/>
                </a:path>
              </a:pathLst>
            </a:custGeom>
            <a:blipFill>
              <a:blip r:embed="rId3"/>
              <a:stretch>
                <a:fillRect l="-772" r="-77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4933651" y="4533900"/>
            <a:ext cx="14693540" cy="2623185"/>
            <a:chOff x="0" y="0"/>
            <a:chExt cx="4552828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52828" cy="812800"/>
            </a:xfrm>
            <a:custGeom>
              <a:avLst/>
              <a:gdLst/>
              <a:ahLst/>
              <a:cxnLst/>
              <a:rect l="l" t="t" r="r" b="b"/>
              <a:pathLst>
                <a:path w="4552828" h="812800">
                  <a:moveTo>
                    <a:pt x="12119" y="0"/>
                  </a:moveTo>
                  <a:lnTo>
                    <a:pt x="4540709" y="0"/>
                  </a:lnTo>
                  <a:cubicBezTo>
                    <a:pt x="4543923" y="0"/>
                    <a:pt x="4547005" y="1277"/>
                    <a:pt x="4549278" y="3549"/>
                  </a:cubicBezTo>
                  <a:cubicBezTo>
                    <a:pt x="4551551" y="5822"/>
                    <a:pt x="4552828" y="8904"/>
                    <a:pt x="4552828" y="12119"/>
                  </a:cubicBezTo>
                  <a:lnTo>
                    <a:pt x="4552828" y="800681"/>
                  </a:lnTo>
                  <a:cubicBezTo>
                    <a:pt x="4552828" y="807374"/>
                    <a:pt x="4547402" y="812800"/>
                    <a:pt x="4540709" y="812800"/>
                  </a:cubicBezTo>
                  <a:lnTo>
                    <a:pt x="12119" y="812800"/>
                  </a:lnTo>
                  <a:cubicBezTo>
                    <a:pt x="5426" y="812800"/>
                    <a:pt x="0" y="807374"/>
                    <a:pt x="0" y="800681"/>
                  </a:cubicBezTo>
                  <a:lnTo>
                    <a:pt x="0" y="12119"/>
                  </a:lnTo>
                  <a:cubicBezTo>
                    <a:pt x="0" y="5426"/>
                    <a:pt x="5426" y="0"/>
                    <a:pt x="12119" y="0"/>
                  </a:cubicBezTo>
                  <a:close/>
                </a:path>
              </a:pathLst>
            </a:custGeom>
            <a:blipFill>
              <a:blip r:embed="rId4"/>
              <a:stretch>
                <a:fillRect t="-62" b="-62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4055498" y="488127"/>
            <a:ext cx="10177004" cy="183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АВТОРИЗАЦИЯ И РЕГИСТРАЦИЯ</a:t>
            </a:r>
          </a:p>
        </p:txBody>
      </p: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1B044280-6E4F-4040-91DA-0F441D8DC3C2}"/>
              </a:ext>
            </a:extLst>
          </p:cNvPr>
          <p:cNvGrpSpPr/>
          <p:nvPr/>
        </p:nvGrpSpPr>
        <p:grpSpPr>
          <a:xfrm>
            <a:off x="13835634" y="4372326"/>
            <a:ext cx="4447964" cy="1872519"/>
            <a:chOff x="13835634" y="4372326"/>
            <a:chExt cx="4447964" cy="1872519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 rot="-3902552">
              <a:off x="13928231" y="4279729"/>
              <a:ext cx="1872519" cy="2057714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5654404" y="4997765"/>
              <a:ext cx="2629194" cy="58742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897"/>
                </a:lnSpc>
                <a:spcBef>
                  <a:spcPct val="0"/>
                </a:spcBef>
              </a:pPr>
              <a:r>
                <a:rPr lang="en-US" sz="3498" dirty="0" err="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Авторизация</a:t>
              </a:r>
              <a:endParaRPr lang="en-US" sz="3498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0.0429 L 0.24001 0.0287 C 0.2901 0.04506 0.36528 0.05401 0.44392 0.05401 C 0.53342 0.05401 0.60521 0.04506 0.65529 0.0287 L 0.89531 -0.0429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766" y="48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0.06821 L 0.24531 0.02222 C 0.29644 0.04275 0.37326 0.05401 0.45356 0.05401 C 0.54505 0.05401 0.6184 0.04275 0.66953 0.02222 L 0.91484 -0.06821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738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470790"/>
            <a:chOff x="0" y="0"/>
            <a:chExt cx="4816593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387368"/>
            </a:xfrm>
            <a:custGeom>
              <a:avLst/>
              <a:gdLst/>
              <a:ahLst/>
              <a:cxnLst/>
              <a:rect l="l" t="t" r="r" b="b"/>
              <a:pathLst>
                <a:path w="4816592" h="387368">
                  <a:moveTo>
                    <a:pt x="0" y="0"/>
                  </a:moveTo>
                  <a:lnTo>
                    <a:pt x="4816592" y="0"/>
                  </a:lnTo>
                  <a:lnTo>
                    <a:pt x="4816592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2409105" y="4408105"/>
            <a:ext cx="10287000" cy="1470790"/>
            <a:chOff x="0" y="0"/>
            <a:chExt cx="2709333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3" cy="387368"/>
            </a:xfrm>
            <a:custGeom>
              <a:avLst/>
              <a:gdLst/>
              <a:ahLst/>
              <a:cxnLst/>
              <a:rect l="l" t="t" r="r" b="b"/>
              <a:pathLst>
                <a:path w="2709333" h="387368">
                  <a:moveTo>
                    <a:pt x="0" y="0"/>
                  </a:moveTo>
                  <a:lnTo>
                    <a:pt x="2709333" y="0"/>
                  </a:lnTo>
                  <a:lnTo>
                    <a:pt x="2709333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3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4195455" y="2226218"/>
            <a:ext cx="14123124" cy="6865873"/>
            <a:chOff x="0" y="0"/>
            <a:chExt cx="1707971" cy="8303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7971" cy="830320"/>
            </a:xfrm>
            <a:custGeom>
              <a:avLst/>
              <a:gdLst/>
              <a:ahLst/>
              <a:cxnLst/>
              <a:rect l="l" t="t" r="r" b="b"/>
              <a:pathLst>
                <a:path w="1707971" h="830320">
                  <a:moveTo>
                    <a:pt x="12608" y="0"/>
                  </a:moveTo>
                  <a:lnTo>
                    <a:pt x="1695363" y="0"/>
                  </a:lnTo>
                  <a:cubicBezTo>
                    <a:pt x="1698707" y="0"/>
                    <a:pt x="1701914" y="1328"/>
                    <a:pt x="1704279" y="3693"/>
                  </a:cubicBezTo>
                  <a:cubicBezTo>
                    <a:pt x="1706643" y="6057"/>
                    <a:pt x="1707971" y="9264"/>
                    <a:pt x="1707971" y="12608"/>
                  </a:cubicBezTo>
                  <a:lnTo>
                    <a:pt x="1707971" y="817712"/>
                  </a:lnTo>
                  <a:cubicBezTo>
                    <a:pt x="1707971" y="821056"/>
                    <a:pt x="1706643" y="824263"/>
                    <a:pt x="1704279" y="826627"/>
                  </a:cubicBezTo>
                  <a:cubicBezTo>
                    <a:pt x="1701914" y="828992"/>
                    <a:pt x="1698707" y="830320"/>
                    <a:pt x="1695363" y="830320"/>
                  </a:cubicBezTo>
                  <a:lnTo>
                    <a:pt x="12608" y="830320"/>
                  </a:lnTo>
                  <a:cubicBezTo>
                    <a:pt x="9264" y="830320"/>
                    <a:pt x="6057" y="828992"/>
                    <a:pt x="3693" y="826627"/>
                  </a:cubicBezTo>
                  <a:cubicBezTo>
                    <a:pt x="1328" y="824263"/>
                    <a:pt x="0" y="821056"/>
                    <a:pt x="0" y="817712"/>
                  </a:cubicBezTo>
                  <a:lnTo>
                    <a:pt x="0" y="12608"/>
                  </a:lnTo>
                  <a:cubicBezTo>
                    <a:pt x="0" y="9264"/>
                    <a:pt x="1328" y="6057"/>
                    <a:pt x="3693" y="3693"/>
                  </a:cubicBezTo>
                  <a:cubicBezTo>
                    <a:pt x="6057" y="1328"/>
                    <a:pt x="9264" y="0"/>
                    <a:pt x="12608" y="0"/>
                  </a:cubicBezTo>
                  <a:close/>
                </a:path>
              </a:pathLst>
            </a:custGeom>
            <a:blipFill>
              <a:blip r:embed="rId3"/>
              <a:stretch>
                <a:fillRect l="-1038" r="-1038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-11779385" y="4028803"/>
            <a:ext cx="11647696" cy="2902960"/>
            <a:chOff x="0" y="0"/>
            <a:chExt cx="3261239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61239" cy="812800"/>
            </a:xfrm>
            <a:custGeom>
              <a:avLst/>
              <a:gdLst/>
              <a:ahLst/>
              <a:cxnLst/>
              <a:rect l="l" t="t" r="r" b="b"/>
              <a:pathLst>
                <a:path w="3261239" h="812800">
                  <a:moveTo>
                    <a:pt x="15287" y="0"/>
                  </a:moveTo>
                  <a:lnTo>
                    <a:pt x="3245951" y="0"/>
                  </a:lnTo>
                  <a:cubicBezTo>
                    <a:pt x="3250006" y="0"/>
                    <a:pt x="3253894" y="1611"/>
                    <a:pt x="3256761" y="4478"/>
                  </a:cubicBezTo>
                  <a:cubicBezTo>
                    <a:pt x="3259628" y="7345"/>
                    <a:pt x="3261239" y="11233"/>
                    <a:pt x="3261239" y="15287"/>
                  </a:cubicBezTo>
                  <a:lnTo>
                    <a:pt x="3261239" y="797513"/>
                  </a:lnTo>
                  <a:cubicBezTo>
                    <a:pt x="3261239" y="801567"/>
                    <a:pt x="3259628" y="805455"/>
                    <a:pt x="3256761" y="808322"/>
                  </a:cubicBezTo>
                  <a:cubicBezTo>
                    <a:pt x="3253894" y="811189"/>
                    <a:pt x="3250006" y="812800"/>
                    <a:pt x="3245951" y="812800"/>
                  </a:cubicBezTo>
                  <a:lnTo>
                    <a:pt x="15287" y="812800"/>
                  </a:lnTo>
                  <a:cubicBezTo>
                    <a:pt x="11233" y="812800"/>
                    <a:pt x="7345" y="811189"/>
                    <a:pt x="4478" y="808322"/>
                  </a:cubicBezTo>
                  <a:cubicBezTo>
                    <a:pt x="1611" y="805455"/>
                    <a:pt x="0" y="801567"/>
                    <a:pt x="0" y="797513"/>
                  </a:cubicBezTo>
                  <a:lnTo>
                    <a:pt x="0" y="15287"/>
                  </a:lnTo>
                  <a:cubicBezTo>
                    <a:pt x="0" y="11233"/>
                    <a:pt x="1611" y="7345"/>
                    <a:pt x="4478" y="4478"/>
                  </a:cubicBezTo>
                  <a:cubicBezTo>
                    <a:pt x="7345" y="1611"/>
                    <a:pt x="11233" y="0"/>
                    <a:pt x="15287" y="0"/>
                  </a:cubicBezTo>
                  <a:close/>
                </a:path>
              </a:pathLst>
            </a:custGeom>
            <a:blipFill>
              <a:blip r:embed="rId4"/>
              <a:stretch>
                <a:fillRect t="-1909" b="-1909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4055498" y="488127"/>
            <a:ext cx="10177004" cy="183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АВТОРИЗАЦИЯ И РЕГИСТРАЦИЯ</a:t>
            </a:r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7BB87271-EE9B-4EA5-8CFE-AC95647D3E1A}"/>
              </a:ext>
            </a:extLst>
          </p:cNvPr>
          <p:cNvGrpSpPr/>
          <p:nvPr/>
        </p:nvGrpSpPr>
        <p:grpSpPr>
          <a:xfrm>
            <a:off x="14232502" y="4544023"/>
            <a:ext cx="4320677" cy="1872519"/>
            <a:chOff x="13835634" y="4372326"/>
            <a:chExt cx="4320677" cy="1872519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 rot="-3902552">
              <a:off x="13928231" y="4279729"/>
              <a:ext cx="1872519" cy="2057714"/>
            </a:xfrm>
            <a:prstGeom prst="rect">
              <a:avLst/>
            </a:prstGeom>
          </p:spPr>
        </p:pic>
        <p:sp>
          <p:nvSpPr>
            <p:cNvPr id="15" name="TextBox 15"/>
            <p:cNvSpPr txBox="1"/>
            <p:nvPr/>
          </p:nvSpPr>
          <p:spPr>
            <a:xfrm>
              <a:off x="15052575" y="5365445"/>
              <a:ext cx="3103736" cy="5874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7"/>
                </a:lnSpc>
                <a:spcBef>
                  <a:spcPct val="0"/>
                </a:spcBef>
              </a:pPr>
              <a:r>
                <a:rPr lang="en-US" sz="3498" dirty="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Регистрация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0.00185 L 0.23862 -0.03951 C 0.28836 -0.04892 0.36319 -0.05401 0.44132 -0.05401 C 0.53029 -0.05401 0.60173 -0.04892 0.65147 -0.03951 L 0.8901 0.00185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05" y="-27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36111E-6 0.00555 L 0.22136 0.04135 C 0.26754 0.04953 0.33681 0.05401 0.40929 0.05401 C 0.49184 0.05401 0.55808 0.04953 0.60426 0.04135 L 0.82561 0.00555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276" y="24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905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6529480" y="3465181"/>
            <a:ext cx="16386412" cy="2676467"/>
            <a:chOff x="0" y="0"/>
            <a:chExt cx="4976289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976289" cy="812800"/>
            </a:xfrm>
            <a:custGeom>
              <a:avLst/>
              <a:gdLst/>
              <a:ahLst/>
              <a:cxnLst/>
              <a:rect l="l" t="t" r="r" b="b"/>
              <a:pathLst>
                <a:path w="4976289" h="812800">
                  <a:moveTo>
                    <a:pt x="10867" y="0"/>
                  </a:moveTo>
                  <a:lnTo>
                    <a:pt x="4965422" y="0"/>
                  </a:lnTo>
                  <a:cubicBezTo>
                    <a:pt x="4971424" y="0"/>
                    <a:pt x="4976289" y="4865"/>
                    <a:pt x="4976289" y="10867"/>
                  </a:cubicBezTo>
                  <a:lnTo>
                    <a:pt x="4976289" y="801933"/>
                  </a:lnTo>
                  <a:cubicBezTo>
                    <a:pt x="4976289" y="807935"/>
                    <a:pt x="4971424" y="812800"/>
                    <a:pt x="4965422" y="812800"/>
                  </a:cubicBezTo>
                  <a:lnTo>
                    <a:pt x="10867" y="812800"/>
                  </a:lnTo>
                  <a:cubicBezTo>
                    <a:pt x="4865" y="812800"/>
                    <a:pt x="0" y="807935"/>
                    <a:pt x="0" y="801933"/>
                  </a:cubicBezTo>
                  <a:lnTo>
                    <a:pt x="0" y="10867"/>
                  </a:lnTo>
                  <a:cubicBezTo>
                    <a:pt x="0" y="4865"/>
                    <a:pt x="4865" y="0"/>
                    <a:pt x="10867" y="0"/>
                  </a:cubicBezTo>
                  <a:close/>
                </a:path>
              </a:pathLst>
            </a:custGeom>
            <a:blipFill>
              <a:blip r:embed="rId3"/>
              <a:stretch>
                <a:fillRect t="-2040" b="-204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137174" y="1489840"/>
            <a:ext cx="10013652" cy="9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ХЭШИРОВАНИЕ ПАРОЛЯ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02778E-6 4.69136E-6 L 0.25625 0.03996 C 0.30973 0.04907 0.39002 0.05401 0.47388 0.05401 C 0.56945 0.05401 0.6461 0.04907 0.69957 0.03996 L 0.95582 4.69136E-6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786" y="27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6907" y="5737775"/>
            <a:ext cx="17162427" cy="1820360"/>
            <a:chOff x="0" y="0"/>
            <a:chExt cx="7885598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885599" cy="812800"/>
            </a:xfrm>
            <a:custGeom>
              <a:avLst/>
              <a:gdLst/>
              <a:ahLst/>
              <a:cxnLst/>
              <a:rect l="l" t="t" r="r" b="b"/>
              <a:pathLst>
                <a:path w="7885599" h="812800">
                  <a:moveTo>
                    <a:pt x="10083" y="0"/>
                  </a:moveTo>
                  <a:lnTo>
                    <a:pt x="7875516" y="0"/>
                  </a:lnTo>
                  <a:cubicBezTo>
                    <a:pt x="7878190" y="0"/>
                    <a:pt x="7880755" y="1062"/>
                    <a:pt x="7882645" y="2953"/>
                  </a:cubicBezTo>
                  <a:cubicBezTo>
                    <a:pt x="7884537" y="4844"/>
                    <a:pt x="7885599" y="7408"/>
                    <a:pt x="7885599" y="10083"/>
                  </a:cubicBezTo>
                  <a:lnTo>
                    <a:pt x="7885599" y="802717"/>
                  </a:lnTo>
                  <a:cubicBezTo>
                    <a:pt x="7885599" y="805392"/>
                    <a:pt x="7884537" y="807956"/>
                    <a:pt x="7882645" y="809847"/>
                  </a:cubicBezTo>
                  <a:cubicBezTo>
                    <a:pt x="7880755" y="811738"/>
                    <a:pt x="7878190" y="812800"/>
                    <a:pt x="7875516" y="812800"/>
                  </a:cubicBezTo>
                  <a:lnTo>
                    <a:pt x="10083" y="812800"/>
                  </a:lnTo>
                  <a:cubicBezTo>
                    <a:pt x="7408" y="812800"/>
                    <a:pt x="4844" y="811738"/>
                    <a:pt x="2953" y="809847"/>
                  </a:cubicBezTo>
                  <a:cubicBezTo>
                    <a:pt x="1062" y="807956"/>
                    <a:pt x="0" y="805392"/>
                    <a:pt x="0" y="802717"/>
                  </a:cubicBezTo>
                  <a:lnTo>
                    <a:pt x="0" y="10083"/>
                  </a:lnTo>
                  <a:cubicBezTo>
                    <a:pt x="0" y="7408"/>
                    <a:pt x="1062" y="4844"/>
                    <a:pt x="2953" y="2953"/>
                  </a:cubicBezTo>
                  <a:cubicBezTo>
                    <a:pt x="4844" y="1062"/>
                    <a:pt x="7408" y="0"/>
                    <a:pt x="10083" y="0"/>
                  </a:cubicBezTo>
                  <a:close/>
                </a:path>
              </a:pathLst>
            </a:custGeom>
            <a:blipFill>
              <a:blip r:embed="rId3"/>
              <a:stretch>
                <a:fillRect l="-2858" r="-2858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866907" y="3640080"/>
            <a:ext cx="17143377" cy="1879459"/>
            <a:chOff x="0" y="0"/>
            <a:chExt cx="7413907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13907" cy="812800"/>
            </a:xfrm>
            <a:custGeom>
              <a:avLst/>
              <a:gdLst/>
              <a:ahLst/>
              <a:cxnLst/>
              <a:rect l="l" t="t" r="r" b="b"/>
              <a:pathLst>
                <a:path w="7413907" h="812800">
                  <a:moveTo>
                    <a:pt x="10387" y="0"/>
                  </a:moveTo>
                  <a:lnTo>
                    <a:pt x="7403520" y="0"/>
                  </a:lnTo>
                  <a:cubicBezTo>
                    <a:pt x="7409257" y="0"/>
                    <a:pt x="7413907" y="4650"/>
                    <a:pt x="7413907" y="10387"/>
                  </a:cubicBezTo>
                  <a:lnTo>
                    <a:pt x="7413907" y="802413"/>
                  </a:lnTo>
                  <a:cubicBezTo>
                    <a:pt x="7413907" y="808150"/>
                    <a:pt x="7409257" y="812800"/>
                    <a:pt x="7403520" y="812800"/>
                  </a:cubicBezTo>
                  <a:lnTo>
                    <a:pt x="10387" y="812800"/>
                  </a:lnTo>
                  <a:cubicBezTo>
                    <a:pt x="4650" y="812800"/>
                    <a:pt x="0" y="808150"/>
                    <a:pt x="0" y="802413"/>
                  </a:cubicBezTo>
                  <a:lnTo>
                    <a:pt x="0" y="10387"/>
                  </a:lnTo>
                  <a:cubicBezTo>
                    <a:pt x="0" y="4650"/>
                    <a:pt x="4650" y="0"/>
                    <a:pt x="10387" y="0"/>
                  </a:cubicBezTo>
                  <a:close/>
                </a:path>
              </a:pathLst>
            </a:custGeom>
            <a:blipFill>
              <a:blip r:embed="rId4"/>
              <a:stretch>
                <a:fillRect l="-2205" r="-220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331719" y="1870022"/>
            <a:ext cx="15624562" cy="9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ПРОВЕРКА АВТОРИЗАЦИИ ПОЛЬЗОВАТЕЛЯ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1373590" y="3695700"/>
            <a:ext cx="11301259" cy="3687036"/>
          </a:xfrm>
          <a:custGeom>
            <a:avLst/>
            <a:gdLst/>
            <a:ahLst/>
            <a:cxnLst/>
            <a:rect l="l" t="t" r="r" b="b"/>
            <a:pathLst>
              <a:path w="11301259" h="3687036">
                <a:moveTo>
                  <a:pt x="0" y="0"/>
                </a:moveTo>
                <a:lnTo>
                  <a:pt x="11301258" y="0"/>
                </a:lnTo>
                <a:lnTo>
                  <a:pt x="11301258" y="3687035"/>
                </a:lnTo>
                <a:lnTo>
                  <a:pt x="0" y="3687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9003262" y="2857500"/>
            <a:ext cx="8930931" cy="5793942"/>
          </a:xfrm>
          <a:custGeom>
            <a:avLst/>
            <a:gdLst/>
            <a:ahLst/>
            <a:cxnLst/>
            <a:rect l="l" t="t" r="r" b="b"/>
            <a:pathLst>
              <a:path w="8930931" h="5793942">
                <a:moveTo>
                  <a:pt x="0" y="0"/>
                </a:moveTo>
                <a:lnTo>
                  <a:pt x="8930932" y="0"/>
                </a:lnTo>
                <a:lnTo>
                  <a:pt x="8930932" y="5793942"/>
                </a:lnTo>
                <a:lnTo>
                  <a:pt x="0" y="57939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1337440"/>
            <a:ext cx="16523905" cy="9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ОТЧЕТЫ И АЛГОРИТМЫ ИХ ФОРМИРОВАНИЯ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02778E-6 -0.01929 L 0.21796 0.03487 C 0.26336 0.04722 0.33159 0.05401 0.40303 0.05401 C 0.48428 0.05401 0.54956 0.04722 0.59496 0.03487 L 0.81293 -0.01929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42" y="3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7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0.01497 L 0.20061 0.03596 C 0.24236 0.04769 0.30521 0.05402 0.37092 0.05402 C 0.44566 0.05402 0.50573 0.04769 0.54748 0.03596 L 0.74809 -0.01497 " pathEditMode="relative" rAng="0" ptsTypes="AAAAA"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405" y="344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11301259" y="61759"/>
            <a:ext cx="11301259" cy="4011947"/>
          </a:xfrm>
          <a:custGeom>
            <a:avLst/>
            <a:gdLst/>
            <a:ahLst/>
            <a:cxnLst/>
            <a:rect l="l" t="t" r="r" b="b"/>
            <a:pathLst>
              <a:path w="11301259" h="4011947">
                <a:moveTo>
                  <a:pt x="0" y="0"/>
                </a:moveTo>
                <a:lnTo>
                  <a:pt x="11301258" y="0"/>
                </a:lnTo>
                <a:lnTo>
                  <a:pt x="11301258" y="4011947"/>
                </a:lnTo>
                <a:lnTo>
                  <a:pt x="0" y="40119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1301259" y="4043007"/>
            <a:ext cx="11301259" cy="3008960"/>
          </a:xfrm>
          <a:custGeom>
            <a:avLst/>
            <a:gdLst/>
            <a:ahLst/>
            <a:cxnLst/>
            <a:rect l="l" t="t" r="r" b="b"/>
            <a:pathLst>
              <a:path w="11301259" h="3008960">
                <a:moveTo>
                  <a:pt x="0" y="0"/>
                </a:moveTo>
                <a:lnTo>
                  <a:pt x="11301258" y="0"/>
                </a:lnTo>
                <a:lnTo>
                  <a:pt x="11301258" y="3008960"/>
                </a:lnTo>
                <a:lnTo>
                  <a:pt x="0" y="3008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1301259" y="7051967"/>
            <a:ext cx="11301259" cy="3418631"/>
          </a:xfrm>
          <a:custGeom>
            <a:avLst/>
            <a:gdLst/>
            <a:ahLst/>
            <a:cxnLst/>
            <a:rect l="l" t="t" r="r" b="b"/>
            <a:pathLst>
              <a:path w="11301259" h="3418631">
                <a:moveTo>
                  <a:pt x="0" y="0"/>
                </a:moveTo>
                <a:lnTo>
                  <a:pt x="11301258" y="0"/>
                </a:lnTo>
                <a:lnTo>
                  <a:pt x="11301258" y="3418631"/>
                </a:lnTo>
                <a:lnTo>
                  <a:pt x="0" y="34186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1301259" y="10329380"/>
            <a:ext cx="11301259" cy="2966580"/>
          </a:xfrm>
          <a:custGeom>
            <a:avLst/>
            <a:gdLst/>
            <a:ahLst/>
            <a:cxnLst/>
            <a:rect l="l" t="t" r="r" b="b"/>
            <a:pathLst>
              <a:path w="11301259" h="2966580">
                <a:moveTo>
                  <a:pt x="0" y="0"/>
                </a:moveTo>
                <a:lnTo>
                  <a:pt x="11301259" y="0"/>
                </a:lnTo>
                <a:lnTo>
                  <a:pt x="11301259" y="2966581"/>
                </a:lnTo>
                <a:lnTo>
                  <a:pt x="0" y="29665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92211" y="1615451"/>
            <a:ext cx="13465478" cy="9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СКРИНШОТЫ ВЕБ-СТРАНИЦ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72222E-7 4.07407E-6 L 0.80894 0.329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43" y="164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56 -0.00216 L 0.80894 -0.0092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625" y="-3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72222E-7 2.46914E-6 L 0.80894 -0.3217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43" y="-160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9.72222E-7 -2.46914E-6 L 0.80894 -0.61836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443" y="-3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9723623" y="326725"/>
            <a:ext cx="9636238" cy="5685380"/>
          </a:xfrm>
          <a:custGeom>
            <a:avLst/>
            <a:gdLst/>
            <a:ahLst/>
            <a:cxnLst/>
            <a:rect l="l" t="t" r="r" b="b"/>
            <a:pathLst>
              <a:path w="9636238" h="5685380">
                <a:moveTo>
                  <a:pt x="0" y="0"/>
                </a:moveTo>
                <a:lnTo>
                  <a:pt x="9636238" y="0"/>
                </a:lnTo>
                <a:lnTo>
                  <a:pt x="9636238" y="5685380"/>
                </a:lnTo>
                <a:lnTo>
                  <a:pt x="0" y="5685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8839200" y="6362700"/>
            <a:ext cx="7448292" cy="6079669"/>
          </a:xfrm>
          <a:custGeom>
            <a:avLst/>
            <a:gdLst/>
            <a:ahLst/>
            <a:cxnLst/>
            <a:rect l="l" t="t" r="r" b="b"/>
            <a:pathLst>
              <a:path w="7448292" h="6079669">
                <a:moveTo>
                  <a:pt x="0" y="0"/>
                </a:moveTo>
                <a:lnTo>
                  <a:pt x="7448293" y="0"/>
                </a:lnTo>
                <a:lnTo>
                  <a:pt x="7448293" y="6079668"/>
                </a:lnTo>
                <a:lnTo>
                  <a:pt x="0" y="6079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97718" y="1615451"/>
            <a:ext cx="16092563" cy="183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КОД, ДЕМОНСТРИРУЮЩИЙ ФОРМИРОВАНИЕ И ВЫГРУЗКУ ОТЧЕТА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4.69136E-6 L 0.76823 0.3253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411" y="162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20988E-6 L 0.77969 -0.2658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984" y="-133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91000" y="-3420335"/>
            <a:ext cx="10235554" cy="3154097"/>
          </a:xfrm>
          <a:custGeom>
            <a:avLst/>
            <a:gdLst/>
            <a:ahLst/>
            <a:cxnLst/>
            <a:rect l="l" t="t" r="r" b="b"/>
            <a:pathLst>
              <a:path w="10235554" h="3154097">
                <a:moveTo>
                  <a:pt x="0" y="0"/>
                </a:moveTo>
                <a:lnTo>
                  <a:pt x="10235554" y="0"/>
                </a:lnTo>
                <a:lnTo>
                  <a:pt x="10235554" y="3154097"/>
                </a:lnTo>
                <a:lnTo>
                  <a:pt x="0" y="31540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8893655" y="2253427"/>
            <a:ext cx="8491389" cy="5869673"/>
          </a:xfrm>
          <a:custGeom>
            <a:avLst/>
            <a:gdLst/>
            <a:ahLst/>
            <a:cxnLst/>
            <a:rect l="l" t="t" r="r" b="b"/>
            <a:pathLst>
              <a:path w="8491389" h="5869673">
                <a:moveTo>
                  <a:pt x="0" y="0"/>
                </a:moveTo>
                <a:lnTo>
                  <a:pt x="8491390" y="0"/>
                </a:lnTo>
                <a:lnTo>
                  <a:pt x="8491390" y="5869672"/>
                </a:lnTo>
                <a:lnTo>
                  <a:pt x="0" y="5869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701097" y="10431661"/>
            <a:ext cx="11215360" cy="1131692"/>
          </a:xfrm>
          <a:custGeom>
            <a:avLst/>
            <a:gdLst/>
            <a:ahLst/>
            <a:cxnLst/>
            <a:rect l="l" t="t" r="r" b="b"/>
            <a:pathLst>
              <a:path w="11215360" h="1131692">
                <a:moveTo>
                  <a:pt x="0" y="0"/>
                </a:moveTo>
                <a:lnTo>
                  <a:pt x="11215360" y="0"/>
                </a:lnTo>
                <a:lnTo>
                  <a:pt x="11215360" y="1131692"/>
                </a:lnTo>
                <a:lnTo>
                  <a:pt x="0" y="11316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1737028"/>
            <a:ext cx="16230600" cy="183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СКРИНШОТЫ СОДЕРЖИМОГО ВСЕХ ВЫГРУЖЕННЫХ ОТЧЕТОВ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3.33333E-6 L -0.00903 0.7606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" y="380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7 -9.87654E-7 L 0.75408 0.12161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700" y="60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9.72222E-7 -1.48148E-6 L -0.00894 -0.53302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" y="-266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1337440"/>
            <a:ext cx="16230600" cy="183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РАСПРЕДЕЛЕНИЕ ОБЯЗАННОСТЕЙ ЧЛЕНОВ КОМАНДЫ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F3B9B85-D7F1-4B48-80BB-E0689E58AD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575" y="-3"/>
            <a:ext cx="18441679" cy="10286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14810813" y="6809813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493370" y="-5373191"/>
            <a:ext cx="11301259" cy="5156199"/>
          </a:xfrm>
          <a:custGeom>
            <a:avLst/>
            <a:gdLst/>
            <a:ahLst/>
            <a:cxnLst/>
            <a:rect l="l" t="t" r="r" b="b"/>
            <a:pathLst>
              <a:path w="11301259" h="5156199">
                <a:moveTo>
                  <a:pt x="0" y="0"/>
                </a:moveTo>
                <a:lnTo>
                  <a:pt x="11301258" y="0"/>
                </a:lnTo>
                <a:lnTo>
                  <a:pt x="11301258" y="5156200"/>
                </a:lnTo>
                <a:lnTo>
                  <a:pt x="0" y="5156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-11906250" y="266700"/>
            <a:ext cx="11301259" cy="2698176"/>
          </a:xfrm>
          <a:custGeom>
            <a:avLst/>
            <a:gdLst/>
            <a:ahLst/>
            <a:cxnLst/>
            <a:rect l="l" t="t" r="r" b="b"/>
            <a:pathLst>
              <a:path w="11301259" h="2698176">
                <a:moveTo>
                  <a:pt x="0" y="0"/>
                </a:moveTo>
                <a:lnTo>
                  <a:pt x="11301258" y="0"/>
                </a:lnTo>
                <a:lnTo>
                  <a:pt x="11301258" y="2698176"/>
                </a:lnTo>
                <a:lnTo>
                  <a:pt x="0" y="26981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-11906250" y="5810581"/>
            <a:ext cx="11301259" cy="3023087"/>
          </a:xfrm>
          <a:custGeom>
            <a:avLst/>
            <a:gdLst/>
            <a:ahLst/>
            <a:cxnLst/>
            <a:rect l="l" t="t" r="r" b="b"/>
            <a:pathLst>
              <a:path w="11301259" h="3023087">
                <a:moveTo>
                  <a:pt x="0" y="0"/>
                </a:moveTo>
                <a:lnTo>
                  <a:pt x="11301258" y="0"/>
                </a:lnTo>
                <a:lnTo>
                  <a:pt x="11301258" y="3023087"/>
                </a:lnTo>
                <a:lnTo>
                  <a:pt x="0" y="30230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810000" y="10608652"/>
            <a:ext cx="11301259" cy="1469164"/>
          </a:xfrm>
          <a:custGeom>
            <a:avLst/>
            <a:gdLst/>
            <a:ahLst/>
            <a:cxnLst/>
            <a:rect l="l" t="t" r="r" b="b"/>
            <a:pathLst>
              <a:path w="11301259" h="1469164">
                <a:moveTo>
                  <a:pt x="0" y="0"/>
                </a:moveTo>
                <a:lnTo>
                  <a:pt x="11301258" y="0"/>
                </a:lnTo>
                <a:lnTo>
                  <a:pt x="11301258" y="1469163"/>
                </a:lnTo>
                <a:lnTo>
                  <a:pt x="0" y="14691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456978" y="1649752"/>
            <a:ext cx="15374041" cy="965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4"/>
              </a:lnSpc>
            </a:pPr>
            <a:r>
              <a:rPr lang="en-US" sz="5499" b="1" dirty="0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ДОПОЛНИТЕЛЬНАЯ ФУНКЦИОНАЛЬНОСТЬ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 0.8532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65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23457E-6 L 0.84201 0.3725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01" y="186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1.60494E-6 L 0.84201 -0.1571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01" y="-78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0556E-6 -3.45679E-6 L -0.01727 -0.60262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8" y="-30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10" b="-1140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5483585" cy="1470790"/>
            <a:chOff x="0" y="0"/>
            <a:chExt cx="1444237" cy="38736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1028700"/>
            <a:ext cx="5483585" cy="1470790"/>
            <a:chOff x="0" y="0"/>
            <a:chExt cx="1444237" cy="387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804415" y="0"/>
            <a:ext cx="5483585" cy="1470790"/>
            <a:chOff x="0" y="0"/>
            <a:chExt cx="1444237" cy="38736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051D7E">
                    <a:alpha val="100000"/>
                  </a:srgbClr>
                </a:gs>
                <a:gs pos="100000">
                  <a:srgbClr val="4F145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775715" y="1028700"/>
            <a:ext cx="5483585" cy="1470790"/>
            <a:chOff x="0" y="0"/>
            <a:chExt cx="1444237" cy="3873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8814162"/>
            <a:ext cx="5483585" cy="1470790"/>
            <a:chOff x="0" y="0"/>
            <a:chExt cx="1444237" cy="3873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4F145D">
                    <a:alpha val="100000"/>
                  </a:srgbClr>
                </a:gs>
                <a:gs pos="100000">
                  <a:srgbClr val="051D7E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4415" y="8814162"/>
            <a:ext cx="5483585" cy="1470790"/>
            <a:chOff x="0" y="0"/>
            <a:chExt cx="1444237" cy="3873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gradFill rotWithShape="1">
              <a:gsLst>
                <a:gs pos="0">
                  <a:srgbClr val="051D7E">
                    <a:alpha val="100000"/>
                  </a:srgbClr>
                </a:gs>
                <a:gs pos="100000">
                  <a:srgbClr val="4F145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28700" y="7787510"/>
            <a:ext cx="5483585" cy="1470790"/>
            <a:chOff x="0" y="0"/>
            <a:chExt cx="1444237" cy="3873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775715" y="7787510"/>
            <a:ext cx="5483585" cy="1470790"/>
            <a:chOff x="0" y="0"/>
            <a:chExt cx="1444237" cy="3873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44237" cy="387368"/>
            </a:xfrm>
            <a:custGeom>
              <a:avLst/>
              <a:gdLst/>
              <a:ahLst/>
              <a:cxnLst/>
              <a:rect l="l" t="t" r="r" b="b"/>
              <a:pathLst>
                <a:path w="1444237" h="387368">
                  <a:moveTo>
                    <a:pt x="0" y="0"/>
                  </a:moveTo>
                  <a:lnTo>
                    <a:pt x="1444237" y="0"/>
                  </a:lnTo>
                  <a:lnTo>
                    <a:pt x="1444237" y="387368"/>
                  </a:lnTo>
                  <a:lnTo>
                    <a:pt x="0" y="387368"/>
                  </a:lnTo>
                  <a:close/>
                </a:path>
              </a:pathLst>
            </a:custGeom>
            <a:solidFill>
              <a:srgbClr val="FFFFFF">
                <a:alpha val="11765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444237" cy="4254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452734" y="3498429"/>
            <a:ext cx="13382532" cy="3290141"/>
            <a:chOff x="0" y="0"/>
            <a:chExt cx="3524617" cy="86653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24617" cy="866539"/>
            </a:xfrm>
            <a:custGeom>
              <a:avLst/>
              <a:gdLst/>
              <a:ahLst/>
              <a:cxnLst/>
              <a:rect l="l" t="t" r="r" b="b"/>
              <a:pathLst>
                <a:path w="3524617" h="866539">
                  <a:moveTo>
                    <a:pt x="0" y="0"/>
                  </a:moveTo>
                  <a:lnTo>
                    <a:pt x="3524617" y="0"/>
                  </a:lnTo>
                  <a:lnTo>
                    <a:pt x="3524617" y="866539"/>
                  </a:lnTo>
                  <a:lnTo>
                    <a:pt x="0" y="866539"/>
                  </a:lnTo>
                  <a:close/>
                </a:path>
              </a:pathLst>
            </a:custGeom>
            <a:ln w="76200" cap="sq">
              <a:gradFill>
                <a:gsLst>
                  <a:gs pos="0">
                    <a:srgbClr val="4F145D">
                      <a:alpha val="100000"/>
                    </a:srgbClr>
                  </a:gs>
                  <a:gs pos="100000">
                    <a:srgbClr val="051D7E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524617" cy="904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243708" y="3711213"/>
            <a:ext cx="13800585" cy="2378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60"/>
              </a:lnSpc>
              <a:spcBef>
                <a:spcPct val="0"/>
              </a:spcBef>
            </a:pPr>
            <a:r>
              <a:rPr lang="en-US" sz="12471" b="1">
                <a:solidFill>
                  <a:srgbClr val="FFFFFF"/>
                </a:solidFill>
                <a:latin typeface="Futura Bold"/>
                <a:ea typeface="Futura Bold"/>
                <a:cs typeface="Futura Bold"/>
                <a:sym typeface="Futura Bold"/>
              </a:rPr>
              <a:t>GAMEPULSE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75715" y="7594078"/>
            <a:ext cx="5483585" cy="1664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5"/>
              </a:lnSpc>
            </a:pPr>
            <a:r>
              <a:rPr lang="en-US" sz="24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Группа: ПИБ-242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Синейкин Павел Романович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Жилин Егор Сергеевич</a:t>
            </a:r>
          </a:p>
          <a:p>
            <a:pPr algn="ctr">
              <a:lnSpc>
                <a:spcPts val="3365"/>
              </a:lnSpc>
              <a:spcBef>
                <a:spcPct val="0"/>
              </a:spcBef>
            </a:pPr>
            <a:r>
              <a:rPr lang="en-US" sz="240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Логинов Андрей Витальевич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68</Words>
  <Application>Microsoft Office PowerPoint</Application>
  <PresentationFormat>Произвольный</PresentationFormat>
  <Paragraphs>23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Calibri</vt:lpstr>
      <vt:lpstr>Canva Sans</vt:lpstr>
      <vt:lpstr>Arial</vt:lpstr>
      <vt:lpstr>Futura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GamePulse</dc:title>
  <dc:creator>Andry Letov</dc:creator>
  <cp:lastModifiedBy>Andry Letov</cp:lastModifiedBy>
  <cp:revision>4</cp:revision>
  <dcterms:created xsi:type="dcterms:W3CDTF">2006-08-16T00:00:00Z</dcterms:created>
  <dcterms:modified xsi:type="dcterms:W3CDTF">2026-05-05T07:29:12Z</dcterms:modified>
  <dc:identifier>DAHItXAN7dY</dc:identifier>
</cp:coreProperties>
</file>