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5" r:id="rId6"/>
    <p:sldId id="266" r:id="rId7"/>
    <p:sldId id="260" r:id="rId8"/>
    <p:sldId id="261" r:id="rId9"/>
    <p:sldId id="262" r:id="rId10"/>
    <p:sldId id="263" r:id="rId11"/>
    <p:sldId id="264" r:id="rId12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754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2941"/>
          <a:stretch/>
        </p:blipFill>
        <p:spPr>
          <a:xfrm>
            <a:off x="0" y="38100"/>
            <a:ext cx="16256000" cy="88011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2941"/>
          <a:stretch/>
        </p:blipFill>
        <p:spPr>
          <a:xfrm>
            <a:off x="0" y="38100"/>
            <a:ext cx="16256000" cy="88011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2941"/>
          <a:stretch/>
        </p:blipFill>
        <p:spPr>
          <a:xfrm>
            <a:off x="0" y="38100"/>
            <a:ext cx="16256000" cy="88011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2941"/>
          <a:stretch/>
        </p:blipFill>
        <p:spPr>
          <a:xfrm>
            <a:off x="0" y="38100"/>
            <a:ext cx="16256000" cy="88011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F90C27D1-DB36-4832-8A16-33861DB475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320800" y="-297610"/>
            <a:ext cx="10114941" cy="1761478"/>
          </a:xfrm>
        </p:spPr>
        <p:txBody>
          <a:bodyPr>
            <a:normAutofit/>
          </a:bodyPr>
          <a:lstStyle/>
          <a:p>
            <a:r>
              <a:rPr lang="ru-RU" sz="6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Защита валидации</a:t>
            </a:r>
          </a:p>
        </p:txBody>
      </p:sp>
      <p:sp>
        <p:nvSpPr>
          <p:cNvPr id="6" name="Подзаголовок 5">
            <a:extLst>
              <a:ext uri="{FF2B5EF4-FFF2-40B4-BE49-F238E27FC236}">
                <a16:creationId xmlns:a16="http://schemas.microsoft.com/office/drawing/2014/main" id="{F680AD4E-67BB-44D4-B7D3-FA713D6E7C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1574800" cy="838200"/>
          </a:xfrm>
        </p:spPr>
        <p:txBody>
          <a:bodyPr>
            <a:normAutofit/>
          </a:bodyPr>
          <a:lstStyle/>
          <a:p>
            <a:r>
              <a:rPr lang="ru-RU" dirty="0"/>
              <a:t>  </a:t>
            </a:r>
          </a:p>
          <a:p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5797DAC-5D82-4786-9C0A-F92DD89517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800" y="1066800"/>
            <a:ext cx="12725400" cy="606225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12DC438-F3B3-405B-8577-26036A4DA1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2400" y="4804422"/>
            <a:ext cx="7010400" cy="372714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8309761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F90C27D1-DB36-4832-8A16-33861DB475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863600" y="152400"/>
            <a:ext cx="10114941" cy="1761478"/>
          </a:xfrm>
        </p:spPr>
        <p:txBody>
          <a:bodyPr>
            <a:normAutofit/>
          </a:bodyPr>
          <a:lstStyle/>
          <a:p>
            <a:r>
              <a:rPr lang="ru-RU" sz="6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Структура СУБД</a:t>
            </a:r>
          </a:p>
        </p:txBody>
      </p:sp>
      <p:sp>
        <p:nvSpPr>
          <p:cNvPr id="6" name="Подзаголовок 5">
            <a:extLst>
              <a:ext uri="{FF2B5EF4-FFF2-40B4-BE49-F238E27FC236}">
                <a16:creationId xmlns:a16="http://schemas.microsoft.com/office/drawing/2014/main" id="{F680AD4E-67BB-44D4-B7D3-FA713D6E7C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1574800" cy="838200"/>
          </a:xfrm>
        </p:spPr>
        <p:txBody>
          <a:bodyPr>
            <a:normAutofit/>
          </a:bodyPr>
          <a:lstStyle/>
          <a:p>
            <a:r>
              <a:rPr lang="ru-RU" dirty="0"/>
              <a:t>  </a:t>
            </a:r>
          </a:p>
          <a:p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C21E0E0-4A1B-409C-8BD8-E1AFB88A79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1170" y="5943600"/>
            <a:ext cx="11420475" cy="135255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3C2C60E-29EE-48BE-B99C-40FA51F3A7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2924175"/>
            <a:ext cx="10553700" cy="1381125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</p:spTree>
    <p:extLst>
      <p:ext uri="{BB962C8B-B14F-4D97-AF65-F5344CB8AC3E}">
        <p14:creationId xmlns:p14="http://schemas.microsoft.com/office/powerpoint/2010/main" val="38369271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2941"/>
          <a:stretch/>
        </p:blipFill>
        <p:spPr>
          <a:xfrm>
            <a:off x="0" y="38100"/>
            <a:ext cx="16256000" cy="88011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2941"/>
          <a:stretch/>
        </p:blipFill>
        <p:spPr>
          <a:xfrm>
            <a:off x="0" y="38100"/>
            <a:ext cx="16256000" cy="88011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3781"/>
          <a:stretch/>
        </p:blipFill>
        <p:spPr>
          <a:xfrm>
            <a:off x="0" y="38100"/>
            <a:ext cx="16256000" cy="8724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2941"/>
          <a:stretch/>
        </p:blipFill>
        <p:spPr>
          <a:xfrm>
            <a:off x="0" y="38100"/>
            <a:ext cx="16256000" cy="88011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2941"/>
          <a:stretch/>
        </p:blipFill>
        <p:spPr>
          <a:xfrm>
            <a:off x="0" y="38100"/>
            <a:ext cx="16256000" cy="88011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6</Words>
  <Application>Microsoft Office PowerPoint</Application>
  <PresentationFormat>Произвольный</PresentationFormat>
  <Paragraphs>4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Защита валидации</vt:lpstr>
      <vt:lpstr>Структура СУБД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Andry Letov</cp:lastModifiedBy>
  <cp:revision>4</cp:revision>
  <dcterms:created xsi:type="dcterms:W3CDTF">2006-08-16T00:00:00Z</dcterms:created>
  <dcterms:modified xsi:type="dcterms:W3CDTF">2026-04-03T08:39:55Z</dcterms:modified>
</cp:coreProperties>
</file>