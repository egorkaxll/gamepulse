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5" r:id="rId7"/>
    <p:sldId id="266" r:id="rId8"/>
    <p:sldId id="269" r:id="rId9"/>
    <p:sldId id="260" r:id="rId10"/>
    <p:sldId id="261" r:id="rId11"/>
    <p:sldId id="262" r:id="rId12"/>
    <p:sldId id="263" r:id="rId13"/>
    <p:sldId id="264" r:id="rId14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8" d="100"/>
          <a:sy n="58" d="100"/>
        </p:scale>
        <p:origin x="883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14A63-D00A-FEA4-754E-F1E01F55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39BAB5B9-DD38-43AA-7A22-C692B876E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863600" y="152400"/>
            <a:ext cx="10114941" cy="1761478"/>
          </a:xfrm>
        </p:spPr>
        <p:txBody>
          <a:bodyPr>
            <a:normAutofit/>
          </a:bodyPr>
          <a:lstStyle/>
          <a:p>
            <a:r>
              <a:rPr lang="ru-RU" sz="6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Единая точка входа</a:t>
            </a:r>
          </a:p>
        </p:txBody>
      </p:sp>
      <p:sp>
        <p:nvSpPr>
          <p:cNvPr id="6" name="Подзаголовок 5">
            <a:extLst>
              <a:ext uri="{FF2B5EF4-FFF2-40B4-BE49-F238E27FC236}">
                <a16:creationId xmlns:a16="http://schemas.microsoft.com/office/drawing/2014/main" id="{ABB475EC-F5C7-FD24-0549-D2F9BC39DE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1574800" cy="838200"/>
          </a:xfrm>
        </p:spPr>
        <p:txBody>
          <a:bodyPr>
            <a:normAutofit/>
          </a:bodyPr>
          <a:lstStyle/>
          <a:p>
            <a:r>
              <a:rPr lang="ru-RU" dirty="0"/>
              <a:t>  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247CE08-63C4-8C4A-2E41-93A131BA6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0" y="3048000"/>
            <a:ext cx="8915400" cy="4674795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</p:spTree>
    <p:extLst>
      <p:ext uri="{BB962C8B-B14F-4D97-AF65-F5344CB8AC3E}">
        <p14:creationId xmlns:p14="http://schemas.microsoft.com/office/powerpoint/2010/main" val="5227389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F90C27D1-DB36-4832-8A16-33861DB475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20800" y="-297610"/>
            <a:ext cx="10114941" cy="1761478"/>
          </a:xfrm>
        </p:spPr>
        <p:txBody>
          <a:bodyPr>
            <a:normAutofit/>
          </a:bodyPr>
          <a:lstStyle/>
          <a:p>
            <a:r>
              <a:rPr lang="ru-RU" sz="6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Защита валидации</a:t>
            </a:r>
          </a:p>
        </p:txBody>
      </p:sp>
      <p:sp>
        <p:nvSpPr>
          <p:cNvPr id="6" name="Подзаголовок 5">
            <a:extLst>
              <a:ext uri="{FF2B5EF4-FFF2-40B4-BE49-F238E27FC236}">
                <a16:creationId xmlns:a16="http://schemas.microsoft.com/office/drawing/2014/main" id="{F680AD4E-67BB-44D4-B7D3-FA713D6E7C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1574800" cy="838200"/>
          </a:xfrm>
        </p:spPr>
        <p:txBody>
          <a:bodyPr>
            <a:normAutofit/>
          </a:bodyPr>
          <a:lstStyle/>
          <a:p>
            <a:r>
              <a:rPr lang="ru-RU" dirty="0"/>
              <a:t>  </a:t>
            </a:r>
          </a:p>
          <a:p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5797DAC-5D82-4786-9C0A-F92DD895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" y="1066800"/>
            <a:ext cx="12725400" cy="606225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12DC438-F3B3-405B-8577-26036A4DA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400" y="4804422"/>
            <a:ext cx="7010400" cy="37271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30976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F90C27D1-DB36-4832-8A16-33861DB475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863600" y="152400"/>
            <a:ext cx="10114941" cy="1761478"/>
          </a:xfrm>
        </p:spPr>
        <p:txBody>
          <a:bodyPr>
            <a:normAutofit/>
          </a:bodyPr>
          <a:lstStyle/>
          <a:p>
            <a:r>
              <a:rPr lang="ru-RU" sz="6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Структура СУБД</a:t>
            </a:r>
          </a:p>
        </p:txBody>
      </p:sp>
      <p:sp>
        <p:nvSpPr>
          <p:cNvPr id="6" name="Подзаголовок 5">
            <a:extLst>
              <a:ext uri="{FF2B5EF4-FFF2-40B4-BE49-F238E27FC236}">
                <a16:creationId xmlns:a16="http://schemas.microsoft.com/office/drawing/2014/main" id="{F680AD4E-67BB-44D4-B7D3-FA713D6E7C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1574800" cy="838200"/>
          </a:xfrm>
        </p:spPr>
        <p:txBody>
          <a:bodyPr>
            <a:normAutofit/>
          </a:bodyPr>
          <a:lstStyle/>
          <a:p>
            <a:r>
              <a:rPr lang="ru-RU" dirty="0"/>
              <a:t>  </a:t>
            </a:r>
          </a:p>
          <a:p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C21E0E0-4A1B-409C-8BD8-E1AFB88A7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170" y="5943600"/>
            <a:ext cx="11420475" cy="13525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3C2C60E-29EE-48BE-B99C-40FA51F3A7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2924175"/>
            <a:ext cx="10553700" cy="1381125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</p:spTree>
    <p:extLst>
      <p:ext uri="{BB962C8B-B14F-4D97-AF65-F5344CB8AC3E}">
        <p14:creationId xmlns:p14="http://schemas.microsoft.com/office/powerpoint/2010/main" val="38369271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03C34-90EB-25BE-F64F-76E68B88B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C223AE7-76B3-A587-09A3-C9E2741B8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863600" y="152400"/>
            <a:ext cx="10114941" cy="1761478"/>
          </a:xfrm>
        </p:spPr>
        <p:txBody>
          <a:bodyPr>
            <a:normAutofit/>
          </a:bodyPr>
          <a:lstStyle/>
          <a:p>
            <a:r>
              <a:rPr lang="ru-RU" sz="6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Контроллеры</a:t>
            </a:r>
          </a:p>
        </p:txBody>
      </p:sp>
      <p:sp>
        <p:nvSpPr>
          <p:cNvPr id="6" name="Подзаголовок 5">
            <a:extLst>
              <a:ext uri="{FF2B5EF4-FFF2-40B4-BE49-F238E27FC236}">
                <a16:creationId xmlns:a16="http://schemas.microsoft.com/office/drawing/2014/main" id="{EB7D1C6C-8266-D434-B01F-5EE611AC4F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1574800" cy="838200"/>
          </a:xfrm>
        </p:spPr>
        <p:txBody>
          <a:bodyPr>
            <a:normAutofit/>
          </a:bodyPr>
          <a:lstStyle/>
          <a:p>
            <a:r>
              <a:rPr lang="ru-RU" dirty="0"/>
              <a:t>  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F42CF16-E6F6-3973-5BC0-EDD3CB23B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57" y="5791200"/>
            <a:ext cx="7649643" cy="1486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FC767DC-7495-F820-D78C-A1DAC69F1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200" y="937705"/>
            <a:ext cx="6477904" cy="72685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36876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3781"/>
          <a:stretch/>
        </p:blipFill>
        <p:spPr>
          <a:xfrm>
            <a:off x="0" y="38100"/>
            <a:ext cx="16256000" cy="8724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rcRect b="2941"/>
          <a:stretch/>
        </p:blipFill>
        <p:spPr>
          <a:xfrm>
            <a:off x="0" y="38100"/>
            <a:ext cx="16256000" cy="8801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12</Words>
  <Application>Microsoft Office PowerPoint</Application>
  <PresentationFormat>Произвольный</PresentationFormat>
  <Paragraphs>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Единая точка входа</vt:lpstr>
      <vt:lpstr>Презентация PowerPoint</vt:lpstr>
      <vt:lpstr>Защита валидации</vt:lpstr>
      <vt:lpstr>Структура СУБД</vt:lpstr>
      <vt:lpstr>Контроллеры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Егор Жилин</cp:lastModifiedBy>
  <cp:revision>5</cp:revision>
  <dcterms:created xsi:type="dcterms:W3CDTF">2006-08-16T00:00:00Z</dcterms:created>
  <dcterms:modified xsi:type="dcterms:W3CDTF">2026-04-17T09:01:00Z</dcterms:modified>
</cp:coreProperties>
</file>