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6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660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46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966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619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5351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699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521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300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055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726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273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6079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248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294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412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5800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59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5DC41-9253-4C14-BC39-03EEFC14B802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4D7E3-B3AA-43B0-A10E-7EC924D8DF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7723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F118F-6284-4F7A-9830-0E96DBB87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100" y="650880"/>
            <a:ext cx="9448800" cy="1825096"/>
          </a:xfrm>
        </p:spPr>
        <p:txBody>
          <a:bodyPr>
            <a:normAutofit/>
          </a:bodyPr>
          <a:lstStyle/>
          <a:p>
            <a:r>
              <a:rPr lang="en-US" sz="5400" dirty="0" err="1"/>
              <a:t>GamePulse</a:t>
            </a:r>
            <a:endParaRPr lang="ru-RU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15BDE4-E0F6-471D-9C1F-DD24E73CB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7775" y="2546351"/>
            <a:ext cx="9448800" cy="685800"/>
          </a:xfrm>
        </p:spPr>
        <p:txBody>
          <a:bodyPr>
            <a:noAutofit/>
          </a:bodyPr>
          <a:lstStyle/>
          <a:p>
            <a:r>
              <a:rPr lang="ru-RU" sz="1200" dirty="0"/>
              <a:t>Персонализированная платформа для рекомендаций и каталогизации видеоигр</a:t>
            </a:r>
          </a:p>
          <a:p>
            <a:endParaRPr lang="ru-RU" sz="1200" dirty="0"/>
          </a:p>
          <a:p>
            <a:r>
              <a:rPr lang="ru-RU" sz="1200" dirty="0"/>
              <a:t>Группа: ПИБ-242</a:t>
            </a:r>
          </a:p>
          <a:p>
            <a:r>
              <a:rPr lang="ru-RU" sz="1200" dirty="0" err="1"/>
              <a:t>Синейкин</a:t>
            </a:r>
            <a:r>
              <a:rPr lang="ru-RU" sz="1200" dirty="0"/>
              <a:t> Павел Романович</a:t>
            </a:r>
          </a:p>
          <a:p>
            <a:r>
              <a:rPr lang="ru-RU" sz="1200" dirty="0"/>
              <a:t>Жилин Егор Сергеевич</a:t>
            </a:r>
          </a:p>
          <a:p>
            <a:r>
              <a:rPr lang="ru-RU" sz="1200" dirty="0"/>
              <a:t>Логинов Андрей Витальевич</a:t>
            </a:r>
          </a:p>
          <a:p>
            <a:endParaRPr lang="ru-RU" sz="1200" dirty="0"/>
          </a:p>
          <a:p>
            <a:r>
              <a:rPr lang="ru-RU" sz="1200" dirty="0"/>
              <a:t>https://github.com/EGORKAXLL/GamePulse</a:t>
            </a:r>
          </a:p>
        </p:txBody>
      </p:sp>
    </p:spTree>
    <p:extLst>
      <p:ext uri="{BB962C8B-B14F-4D97-AF65-F5344CB8AC3E}">
        <p14:creationId xmlns:p14="http://schemas.microsoft.com/office/powerpoint/2010/main" val="254985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E9B7D8-5240-4128-8FB8-FBBE387AD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2. Краткое описание проекта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7488D3-77E0-4ED0-B88F-657DB5BCA7CF}"/>
              </a:ext>
            </a:extLst>
          </p:cNvPr>
          <p:cNvSpPr txBox="1"/>
          <p:nvPr/>
        </p:nvSpPr>
        <p:spPr>
          <a:xfrm>
            <a:off x="387350" y="2197100"/>
            <a:ext cx="7874000" cy="28623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dirty="0"/>
              <a:t>Проблема:</a:t>
            </a:r>
          </a:p>
          <a:p>
            <a:r>
              <a:rPr lang="ru-RU" dirty="0"/>
              <a:t>o Слишком много игр в </a:t>
            </a:r>
            <a:r>
              <a:rPr lang="ru-RU" dirty="0" err="1"/>
              <a:t>Steam</a:t>
            </a:r>
            <a:r>
              <a:rPr lang="ru-RU" dirty="0"/>
              <a:t> и других магазинах</a:t>
            </a:r>
          </a:p>
          <a:p>
            <a:r>
              <a:rPr lang="ru-RU" dirty="0"/>
              <a:t>o Стандартные рекомендации редко попадают в личные вкусы</a:t>
            </a:r>
          </a:p>
          <a:p>
            <a:endParaRPr lang="ru-RU" dirty="0"/>
          </a:p>
          <a:p>
            <a:r>
              <a:rPr lang="ru-RU" dirty="0"/>
              <a:t>Решение:</a:t>
            </a:r>
          </a:p>
          <a:p>
            <a:r>
              <a:rPr lang="ru-RU" dirty="0" err="1"/>
              <a:t>GamePulse</a:t>
            </a:r>
            <a:r>
              <a:rPr lang="ru-RU" dirty="0"/>
              <a:t> создаёт персональный игровой профиль пользователя.</a:t>
            </a:r>
          </a:p>
          <a:p>
            <a:r>
              <a:rPr lang="ru-RU" dirty="0"/>
              <a:t>Система учитывает оценки, коллекцию и вкусы друзей ? предлагает игры, которые точно зайдут.</a:t>
            </a:r>
          </a:p>
          <a:p>
            <a:endParaRPr lang="ru-RU" dirty="0"/>
          </a:p>
          <a:p>
            <a:r>
              <a:rPr lang="ru-RU" dirty="0"/>
              <a:t>Цель проекта: помочь геймерам быстро находить и каталогизировать игры.</a:t>
            </a:r>
          </a:p>
        </p:txBody>
      </p:sp>
    </p:spTree>
    <p:extLst>
      <p:ext uri="{BB962C8B-B14F-4D97-AF65-F5344CB8AC3E}">
        <p14:creationId xmlns:p14="http://schemas.microsoft.com/office/powerpoint/2010/main" val="11934865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76E95-08F1-4027-926A-510DBF874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3. Пользователи и основные возможности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BC1654-84CB-42B4-AB29-B3FA86C232BC}"/>
              </a:ext>
            </a:extLst>
          </p:cNvPr>
          <p:cNvSpPr txBox="1"/>
          <p:nvPr/>
        </p:nvSpPr>
        <p:spPr>
          <a:xfrm>
            <a:off x="215900" y="1987550"/>
            <a:ext cx="7874000" cy="39703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dirty="0"/>
              <a:t>Роли пользователей:</a:t>
            </a:r>
          </a:p>
          <a:p>
            <a:endParaRPr lang="ru-RU" dirty="0"/>
          </a:p>
          <a:p>
            <a:r>
              <a:rPr lang="ru-RU" dirty="0"/>
              <a:t>o Геймер - ведёт коллекцию, получает рекомендации, пишет отзывы, общается с друзьями</a:t>
            </a:r>
          </a:p>
          <a:p>
            <a:endParaRPr lang="ru-RU" dirty="0"/>
          </a:p>
          <a:p>
            <a:r>
              <a:rPr lang="ru-RU" dirty="0"/>
              <a:t>o Администратор - управляет каталогом игр, модерирует отзывы и пользователей</a:t>
            </a:r>
          </a:p>
          <a:p>
            <a:endParaRPr lang="ru-RU" dirty="0"/>
          </a:p>
          <a:p>
            <a:r>
              <a:rPr lang="ru-RU" dirty="0"/>
              <a:t>Ключевые возможности:</a:t>
            </a:r>
          </a:p>
          <a:p>
            <a:r>
              <a:rPr lang="ru-RU" dirty="0"/>
              <a:t>o Персонализированные рекомендации</a:t>
            </a:r>
          </a:p>
          <a:p>
            <a:r>
              <a:rPr lang="ru-RU" dirty="0"/>
              <a:t>o Личная коллекция (статусы: Играю / Прошёл / В планах / Брошена)</a:t>
            </a:r>
          </a:p>
          <a:p>
            <a:r>
              <a:rPr lang="ru-RU" dirty="0"/>
              <a:t>o Отзывы и рейтинги</a:t>
            </a:r>
          </a:p>
          <a:p>
            <a:r>
              <a:rPr lang="ru-RU" dirty="0"/>
              <a:t>o Социальные функции (друзья, лента их коллекций)</a:t>
            </a:r>
          </a:p>
          <a:p>
            <a:r>
              <a:rPr lang="ru-RU" dirty="0"/>
              <a:t>o Каталог + поиск игр</a:t>
            </a:r>
          </a:p>
        </p:txBody>
      </p:sp>
    </p:spTree>
    <p:extLst>
      <p:ext uri="{BB962C8B-B14F-4D97-AF65-F5344CB8AC3E}">
        <p14:creationId xmlns:p14="http://schemas.microsoft.com/office/powerpoint/2010/main" val="26510313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EF9839-EF79-4411-87A0-C96088826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374" y="-244475"/>
            <a:ext cx="10515600" cy="1325563"/>
          </a:xfrm>
        </p:spPr>
        <p:txBody>
          <a:bodyPr/>
          <a:lstStyle/>
          <a:p>
            <a:r>
              <a:rPr lang="ru-RU" dirty="0"/>
              <a:t>4. Диаграмма </a:t>
            </a:r>
            <a:r>
              <a:rPr lang="en-US" dirty="0"/>
              <a:t>Use-Case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E94547-7931-4524-8169-05A32C2550CD}"/>
              </a:ext>
            </a:extLst>
          </p:cNvPr>
          <p:cNvSpPr txBox="1"/>
          <p:nvPr/>
        </p:nvSpPr>
        <p:spPr>
          <a:xfrm>
            <a:off x="-3298825" y="6600825"/>
            <a:ext cx="7874000" cy="39703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/>
              <a:t>Актеры:</a:t>
            </a:r>
          </a:p>
          <a:p>
            <a:r>
              <a:rPr lang="ru-RU"/>
              <a:t>o Геймер</a:t>
            </a:r>
          </a:p>
          <a:p>
            <a:r>
              <a:rPr lang="ru-RU"/>
              <a:t>o Администратор</a:t>
            </a:r>
          </a:p>
          <a:p>
            <a:endParaRPr lang="ru-RU"/>
          </a:p>
          <a:p>
            <a:r>
              <a:rPr lang="ru-RU"/>
              <a:t>Основные сценарии:</a:t>
            </a:r>
          </a:p>
          <a:p>
            <a:r>
              <a:rPr lang="ru-RU"/>
              <a:t>o Регистрация / Авторизация</a:t>
            </a:r>
          </a:p>
          <a:p>
            <a:r>
              <a:rPr lang="ru-RU"/>
              <a:t>o Поиск и просмотр каталога</a:t>
            </a:r>
          </a:p>
          <a:p>
            <a:r>
              <a:rPr lang="ru-RU"/>
              <a:t>o Добавление/редактирование игры в коллекцию</a:t>
            </a:r>
          </a:p>
          <a:p>
            <a:r>
              <a:rPr lang="ru-RU"/>
              <a:t>o Написание и просмотр отзывов</a:t>
            </a:r>
          </a:p>
          <a:p>
            <a:r>
              <a:rPr lang="ru-RU"/>
              <a:t>o Получение персональных рекомендаций</a:t>
            </a:r>
          </a:p>
          <a:p>
            <a:r>
              <a:rPr lang="ru-RU"/>
              <a:t>o Добавление в друзья</a:t>
            </a:r>
          </a:p>
          <a:p>
            <a:r>
              <a:rPr lang="ru-RU"/>
              <a:t>o Управление контентом (админ)</a:t>
            </a:r>
          </a:p>
          <a:p>
            <a:endParaRPr lang="ru-RU"/>
          </a:p>
          <a:p>
            <a:r>
              <a:rPr lang="ru-RU"/>
              <a:t>? ВСТАВЬТЕ ИЗОБРАЖЕНИЕ ДИАГРАММЫ ЗДЕСЬ ?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A0F622-A180-45B5-BF15-9016A4BD589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71" y="663217"/>
            <a:ext cx="9222658" cy="619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547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B7DA66-2A77-4D43-BDDF-B1A4C3BDF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5. Структура базы данных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B0DD4A0-1D4A-4403-8032-F58C7E2B8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723778"/>
              </p:ext>
            </p:extLst>
          </p:nvPr>
        </p:nvGraphicFramePr>
        <p:xfrm>
          <a:off x="409677" y="1740309"/>
          <a:ext cx="11241549" cy="4689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7183">
                  <a:extLst>
                    <a:ext uri="{9D8B030D-6E8A-4147-A177-3AD203B41FA5}">
                      <a16:colId xmlns:a16="http://schemas.microsoft.com/office/drawing/2014/main" val="2626793547"/>
                    </a:ext>
                  </a:extLst>
                </a:gridCol>
                <a:gridCol w="3747183">
                  <a:extLst>
                    <a:ext uri="{9D8B030D-6E8A-4147-A177-3AD203B41FA5}">
                      <a16:colId xmlns:a16="http://schemas.microsoft.com/office/drawing/2014/main" val="73426194"/>
                    </a:ext>
                  </a:extLst>
                </a:gridCol>
                <a:gridCol w="3747183">
                  <a:extLst>
                    <a:ext uri="{9D8B030D-6E8A-4147-A177-3AD203B41FA5}">
                      <a16:colId xmlns:a16="http://schemas.microsoft.com/office/drawing/2014/main" val="3992404984"/>
                    </a:ext>
                  </a:extLst>
                </a:gridCol>
              </a:tblGrid>
              <a:tr h="893331">
                <a:tc>
                  <a:txBody>
                    <a:bodyPr/>
                    <a:lstStyle/>
                    <a:p>
                      <a:r>
                        <a:rPr lang="ru-RU"/>
                        <a:t>Таблица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Поля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694880"/>
                  </a:ext>
                </a:extLst>
              </a:tr>
              <a:tr h="1004997">
                <a:tc>
                  <a:txBody>
                    <a:bodyPr/>
                    <a:lstStyle/>
                    <a:p>
                      <a:r>
                        <a:rPr lang="en-US"/>
                        <a:t>gamers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id, name, email, password_hash, created_at, role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Пользователи (геймер / админ)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661276"/>
                  </a:ext>
                </a:extLst>
              </a:tr>
              <a:tr h="1004997">
                <a:tc>
                  <a:txBody>
                    <a:bodyPr/>
                    <a:lstStyle/>
                    <a:p>
                      <a:r>
                        <a:rPr lang="en-US"/>
                        <a:t>games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id, title, developer, genre, description, release_year, admin_id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Каталог игр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444634"/>
                  </a:ext>
                </a:extLst>
              </a:tr>
              <a:tr h="893331">
                <a:tc>
                  <a:txBody>
                    <a:bodyPr/>
                    <a:lstStyle/>
                    <a:p>
                      <a:r>
                        <a:rPr lang="en-US"/>
                        <a:t>user_games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id, gamer_id, game_id, status, rating, notes, added_at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Коллекция пользователя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123611"/>
                  </a:ext>
                </a:extLst>
              </a:tr>
              <a:tr h="893331">
                <a:tc>
                  <a:txBody>
                    <a:bodyPr/>
                    <a:lstStyle/>
                    <a:p>
                      <a:r>
                        <a:rPr lang="en-US"/>
                        <a:t>reviews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id, gamer_id, game_id, review_text, rating, created_at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Отзывы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913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8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B7DA66-2A77-4D43-BDDF-B1A4C3BDF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0" y="764373"/>
            <a:ext cx="9848850" cy="1293028"/>
          </a:xfrm>
        </p:spPr>
        <p:txBody>
          <a:bodyPr/>
          <a:lstStyle/>
          <a:p>
            <a:r>
              <a:rPr lang="en-US" dirty="0"/>
              <a:t>6</a:t>
            </a:r>
            <a:r>
              <a:rPr lang="ru-RU" dirty="0"/>
              <a:t>. </a:t>
            </a:r>
            <a:r>
              <a:rPr lang="en-US" dirty="0"/>
              <a:t>er-</a:t>
            </a:r>
            <a:r>
              <a:rPr lang="ru-RU" dirty="0"/>
              <a:t>ДИАГРАММА базы данных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FE99AF5-C341-47D2-9DB6-CD7B6550B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3550"/>
            <a:ext cx="12192000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944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7126A1-C20E-41E9-BAD8-EE7BC69CE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52630"/>
            <a:ext cx="10515600" cy="1325563"/>
          </a:xfrm>
        </p:spPr>
        <p:txBody>
          <a:bodyPr/>
          <a:lstStyle/>
          <a:p>
            <a:r>
              <a:rPr lang="ru-RU" dirty="0"/>
              <a:t>6. Список </a:t>
            </a:r>
            <a:r>
              <a:rPr lang="en-US" dirty="0"/>
              <a:t>endpoint-</a:t>
            </a:r>
            <a:r>
              <a:rPr lang="ru-RU" dirty="0" err="1"/>
              <a:t>ов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CA17A5C-1E15-41AB-ADD8-22BE3FDBB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248035"/>
              </p:ext>
            </p:extLst>
          </p:nvPr>
        </p:nvGraphicFramePr>
        <p:xfrm>
          <a:off x="0" y="488433"/>
          <a:ext cx="12192000" cy="7878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7260">
                  <a:extLst>
                    <a:ext uri="{9D8B030D-6E8A-4147-A177-3AD203B41FA5}">
                      <a16:colId xmlns:a16="http://schemas.microsoft.com/office/drawing/2014/main" val="952001093"/>
                    </a:ext>
                  </a:extLst>
                </a:gridCol>
                <a:gridCol w="1165139">
                  <a:extLst>
                    <a:ext uri="{9D8B030D-6E8A-4147-A177-3AD203B41FA5}">
                      <a16:colId xmlns:a16="http://schemas.microsoft.com/office/drawing/2014/main" val="2965962243"/>
                    </a:ext>
                  </a:extLst>
                </a:gridCol>
                <a:gridCol w="2777687">
                  <a:extLst>
                    <a:ext uri="{9D8B030D-6E8A-4147-A177-3AD203B41FA5}">
                      <a16:colId xmlns:a16="http://schemas.microsoft.com/office/drawing/2014/main" val="4267200641"/>
                    </a:ext>
                  </a:extLst>
                </a:gridCol>
                <a:gridCol w="698305">
                  <a:extLst>
                    <a:ext uri="{9D8B030D-6E8A-4147-A177-3AD203B41FA5}">
                      <a16:colId xmlns:a16="http://schemas.microsoft.com/office/drawing/2014/main" val="681257267"/>
                    </a:ext>
                  </a:extLst>
                </a:gridCol>
                <a:gridCol w="1794312">
                  <a:extLst>
                    <a:ext uri="{9D8B030D-6E8A-4147-A177-3AD203B41FA5}">
                      <a16:colId xmlns:a16="http://schemas.microsoft.com/office/drawing/2014/main" val="581527292"/>
                    </a:ext>
                  </a:extLst>
                </a:gridCol>
                <a:gridCol w="4769297">
                  <a:extLst>
                    <a:ext uri="{9D8B030D-6E8A-4147-A177-3AD203B41FA5}">
                      <a16:colId xmlns:a16="http://schemas.microsoft.com/office/drawing/2014/main" val="2305962462"/>
                    </a:ext>
                  </a:extLst>
                </a:gridCol>
              </a:tblGrid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№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Название эндпоинта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URI Endpoint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HTTP Метод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Доступ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Действия на сервере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2669223323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Форма входа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/login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неавторизованный пользователь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Рендер страницы «Вход в систему»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3087718643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2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Вход в систему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/login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неавторизованный пользователь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Обработка данных (логин, пароль), аутентификация. Редирект на /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2320266373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3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Форма регистрации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/signup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неавторизованный пользователь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Рендер страницы «Регистрация»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102304689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Регистрация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/signup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неавторизованный пользователь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Создание нового пользователя, редирект на /login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1283239739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5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Главная страница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геймер, 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Редирект на /feed или /admin в зависимости от роли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2656222081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6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Лента рекомендаций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/feed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Получение персонализированных рекомендаций игр. Рендер страницы «Лента»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2612641508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7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Каталог игр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/games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геймер, 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Получение списка всех игр с пагинацией. Рендер страницы «Каталог игр»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4196434094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8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Поиск игр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/games/search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геймер, 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Поиск игр по названию, жанру, разработчику. Рендер страницы «Каталог игр» с результатами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4060791324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9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Страница игры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/game/{game_id}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геймер, 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Получение детальной информации об игре, отзывов. Рендер страницы «Карточка игры»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973384304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10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Моя коллекция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/my-collection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Получение списка игр пользователя. Рендер страницы «Моя коллекция»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2504618150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11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 dirty="0">
                          <a:effectLst/>
                        </a:rPr>
                        <a:t>Добавить игру в коллекцию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/my-collection/add/{game_id}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Добавление игры в коллекцию пользователя со статусом, редирект на /game/{game_id}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319930167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12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Изменить игру в коллекции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/my-collection/edit/{user_game_id}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Изменение статуса, оценки, заметок у игры в коллекции, редирект на /my-collection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3496489129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13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Удалить игру из коллекции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/my-collection/delete/{user_game_id}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Удаление игры из коллекции, редирект на /my-collection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4284070488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14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Форма написания отзыва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/review/create/{game_id}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Рендер страницы «Написать отзыв»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4203765004"/>
                  </a:ext>
                </a:extLst>
              </a:tr>
              <a:tr h="1811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15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Создание отзыва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/review/create/{game_id}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Сохранение отзыва на игру, редирект на /game/{game_id}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2514645394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16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Редактирование отзыва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/review/edit/{review_id}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 (владелец)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Изменение текста отзыва и оценки, редирект на /game/{game_id}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3909986887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17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Удаление отзыва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/review/delete/{review_id}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 (владелец), 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 dirty="0">
                          <a:effectLst/>
                        </a:rPr>
                        <a:t>Удаление отзыва, </a:t>
                      </a:r>
                      <a:r>
                        <a:rPr lang="ru-RU" sz="800" dirty="0" err="1">
                          <a:effectLst/>
                        </a:rPr>
                        <a:t>редирект</a:t>
                      </a:r>
                      <a:r>
                        <a:rPr lang="ru-RU" sz="800" dirty="0">
                          <a:effectLst/>
                        </a:rPr>
                        <a:t> на /</a:t>
                      </a:r>
                      <a:r>
                        <a:rPr lang="ru-RU" sz="800" dirty="0" err="1">
                          <a:effectLst/>
                        </a:rPr>
                        <a:t>game</a:t>
                      </a:r>
                      <a:r>
                        <a:rPr lang="ru-RU" sz="800" dirty="0">
                          <a:effectLst/>
                        </a:rPr>
                        <a:t>/{</a:t>
                      </a:r>
                      <a:r>
                        <a:rPr lang="ru-RU" sz="800" dirty="0" err="1">
                          <a:effectLst/>
                        </a:rPr>
                        <a:t>game_id</a:t>
                      </a:r>
                      <a:r>
                        <a:rPr lang="ru-RU" sz="800" dirty="0">
                          <a:effectLst/>
                        </a:rPr>
                        <a:t>}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1555334460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18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Список друзей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/friends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Получение списка друзей. Рендер страницы «Друзья»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3688679048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19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Поиск пользователей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/users/search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 dirty="0">
                          <a:effectLst/>
                        </a:rPr>
                        <a:t>Поиск пользователей по логину. Рендер страницы «Результаты поиска»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28383031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20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Профиль пользователя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/user/{user_id}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Просмотр профиля другого пользователя, его коллекции и отзывов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3921330525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21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Добавить в друзья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/friends/add/{user_id}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Отправка запроса на добавление в друзья, редирект на /user/{user_id}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4189895684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22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Принять запрос в друзья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/friends/accept/{friend_id}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Подтверждение дружбы, редирект на /friends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2009177153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23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Отклонить/удалить из друзей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/friends/remove/{friend_id}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Удаление из друзей или отклонение запроса, редирект на /friends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3739260665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24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Админ-панель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/admin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Рендер главной страницы админ-панели со статистикой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2055570985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25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Управление играми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/admin/games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Список всех игр для управления. Рендер страницы «Управление играми»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2481321872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26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Форма создания игры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/admin/games/create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Рендер страницы «Добавление игры»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817453190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27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Создание игры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/admin/games/create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Добавление новой игры в каталог, редирект на /admin/games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3250393412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28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Форма редактирования игры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/admin/games/edit/{game_id}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Рендер страницы «Редактирование игры» с заполненными полями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1496315597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29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Редактирование игры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/admin/games/edit/{game_id}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Обновление данных игры, редирект на /admin/games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2767321912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30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Удаление игры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/admin/games/delete/{game_id}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Удаление игры из каталога, редирект на /admin/games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648150280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31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Управление пользователями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/admin/users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Список всех пользователей. Рендер страницы «Управление пользователями»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4294392760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32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Изменение роли пользователя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/admin/users/role/{user_id}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Изменение роли пользователя (gamer/admin), редирект на /admin/users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1119942690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33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Блокировка пользователя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/admin/users/ban/{user_id}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Блокировка пользователя, редирект на /admin/users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1006638889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34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Управление отзывами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/admin/reviews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Список всех отзывов с возможностью удаления. Рендер страницы «Модерация отзывов»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3424302184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35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Удаление отзыва (админ)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/admin/reviews/delete/{review_id}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Удаление отзыва, редирект на /admin/reviews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3739994179"/>
                  </a:ext>
                </a:extLst>
              </a:tr>
              <a:tr h="1176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36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Выход из системы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/logout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геймер, администратор</a:t>
                      </a:r>
                      <a:endParaRPr lang="ru-RU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 dirty="0">
                          <a:effectLst/>
                        </a:rPr>
                        <a:t>Завершение сессии, </a:t>
                      </a:r>
                      <a:r>
                        <a:rPr lang="ru-RU" sz="800" dirty="0" err="1">
                          <a:effectLst/>
                        </a:rPr>
                        <a:t>редирект</a:t>
                      </a:r>
                      <a:r>
                        <a:rPr lang="ru-RU" sz="800" dirty="0">
                          <a:effectLst/>
                        </a:rPr>
                        <a:t> на /</a:t>
                      </a:r>
                      <a:r>
                        <a:rPr lang="ru-RU" sz="800" dirty="0" err="1">
                          <a:effectLst/>
                        </a:rPr>
                        <a:t>login</a:t>
                      </a:r>
                      <a:endParaRPr lang="ru-RU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4101" marR="44101" marT="0" marB="0"/>
                </a:tc>
                <a:extLst>
                  <a:ext uri="{0D108BD9-81ED-4DB2-BD59-A6C34878D82A}">
                    <a16:rowId xmlns:a16="http://schemas.microsoft.com/office/drawing/2014/main" val="3563699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5274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9E617C-B6FE-4B58-9983-4E79A5769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-73025"/>
            <a:ext cx="10515600" cy="1325563"/>
          </a:xfrm>
        </p:spPr>
        <p:txBody>
          <a:bodyPr/>
          <a:lstStyle/>
          <a:p>
            <a:r>
              <a:rPr lang="ru-RU" dirty="0"/>
              <a:t>7. Список веб-страниц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3A7BC89-4657-499D-875D-D1351F7E9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84420"/>
              </p:ext>
            </p:extLst>
          </p:nvPr>
        </p:nvGraphicFramePr>
        <p:xfrm>
          <a:off x="0" y="847725"/>
          <a:ext cx="12192000" cy="63181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57138">
                  <a:extLst>
                    <a:ext uri="{9D8B030D-6E8A-4147-A177-3AD203B41FA5}">
                      <a16:colId xmlns:a16="http://schemas.microsoft.com/office/drawing/2014/main" val="2357903670"/>
                    </a:ext>
                  </a:extLst>
                </a:gridCol>
                <a:gridCol w="2369113">
                  <a:extLst>
                    <a:ext uri="{9D8B030D-6E8A-4147-A177-3AD203B41FA5}">
                      <a16:colId xmlns:a16="http://schemas.microsoft.com/office/drawing/2014/main" val="2581068229"/>
                    </a:ext>
                  </a:extLst>
                </a:gridCol>
                <a:gridCol w="3632122">
                  <a:extLst>
                    <a:ext uri="{9D8B030D-6E8A-4147-A177-3AD203B41FA5}">
                      <a16:colId xmlns:a16="http://schemas.microsoft.com/office/drawing/2014/main" val="4095926137"/>
                    </a:ext>
                  </a:extLst>
                </a:gridCol>
                <a:gridCol w="2588159">
                  <a:extLst>
                    <a:ext uri="{9D8B030D-6E8A-4147-A177-3AD203B41FA5}">
                      <a16:colId xmlns:a16="http://schemas.microsoft.com/office/drawing/2014/main" val="1356857713"/>
                    </a:ext>
                  </a:extLst>
                </a:gridCol>
                <a:gridCol w="2945468">
                  <a:extLst>
                    <a:ext uri="{9D8B030D-6E8A-4147-A177-3AD203B41FA5}">
                      <a16:colId xmlns:a16="http://schemas.microsoft.com/office/drawing/2014/main" val="3996998936"/>
                    </a:ext>
                  </a:extLst>
                </a:gridCol>
              </a:tblGrid>
              <a:tr h="2023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№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Название веб-страницы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Описание и назначение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Входные endpoint-ы и методы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Выходные endpoint-ы и методы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7833784"/>
                  </a:ext>
                </a:extLst>
              </a:tr>
              <a:tr h="3700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Вход в систему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Содержит форму ввода логина и пароля для входа в систему неавторизованного пользователя, а также ссылку на регистрацию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 /login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 /login; GET /signup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3657281"/>
                  </a:ext>
                </a:extLst>
              </a:tr>
              <a:tr h="3201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2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Регистрация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Содержит поля для заполнения данных нового пользователя, кнопки «Зарегистрироваться» и ссылку на вход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 /signup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POST /signup; GET /login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1386221"/>
                  </a:ext>
                </a:extLst>
              </a:tr>
              <a:tr h="3700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3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Лента рекомендаций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Главная страница авторизованного геймера. Отображает персонализированные рекомендации игр, блоки «На основе ваших оценок» и «Друзья рекомендуют»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 /feed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GET /game/{game_id}; POST /my-collection/add/{game_id}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9547502"/>
                  </a:ext>
                </a:extLst>
              </a:tr>
              <a:tr h="4300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4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Каталог игр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Отображает все игры с пагинацией, поиском и фильтрацией. Каждая игра содержит краткую информацию и кнопки для добавления в коллекцию/просмотра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GET /games; GET /games/search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GET /game/{game_id}; POST /my-collection/add/{game_id}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7520057"/>
                  </a:ext>
                </a:extLst>
              </a:tr>
              <a:tr h="6240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5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Карточка игры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Детальная страница игры. Содержит полное описание, информацию о разработчике, жанре, средний рейтинг, список отзывов и форму для добавления отзыва (если пользователь не писал его ранее). Для администратора — кнопки редактирования и удаления игры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 /game/{game_id}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POST /my-collection/add/{game_id}; GET /review/create/{game_id}; GET /admin/games/edit/{game_id} (</a:t>
                      </a:r>
                      <a:r>
                        <a:rPr lang="ru-RU" sz="800">
                          <a:effectLst/>
                        </a:rPr>
                        <a:t>для админа</a:t>
                      </a:r>
                      <a:r>
                        <a:rPr lang="en-US" sz="800">
                          <a:effectLst/>
                        </a:rPr>
                        <a:t>); POST /review/edit/{review_id} (</a:t>
                      </a:r>
                      <a:r>
                        <a:rPr lang="ru-RU" sz="800">
                          <a:effectLst/>
                        </a:rPr>
                        <a:t>для владельца</a:t>
                      </a:r>
                      <a:r>
                        <a:rPr lang="en-US" sz="800">
                          <a:effectLst/>
                        </a:rPr>
                        <a:t>)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0669867"/>
                  </a:ext>
                </a:extLst>
              </a:tr>
              <a:tr h="4970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6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Моя коллекция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Отображает список игр пользователя с группировкой по статусам (В планах, Играю, Прошёл). Для каждой игры показана оценка и заметки, есть кнопки редактирования и удаления из коллекции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 /my-collection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POST /my-collection/edit/{user_game_id}; POST /my-collection/delete/{user_game_id}; GET /game/{game_id}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8919394"/>
                  </a:ext>
                </a:extLst>
              </a:tr>
              <a:tr h="2430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7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Написать отзыв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Форма для написания отзыва на игру. Содержит поле для текста и выбор оценки (звёзды)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GET /review/create/{game_id}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POST /review/create/{game_id}; GET /game/{game_id}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25659"/>
                  </a:ext>
                </a:extLst>
              </a:tr>
              <a:tr h="3700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8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 dirty="0">
                          <a:effectLst/>
                        </a:rPr>
                        <a:t>Друзья</a:t>
                      </a:r>
                      <a:endParaRPr lang="ru-RU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Отображает список друзей пользователя, входящие и исходящие запросы в друзья. Содержит поле для поиска новых пользователей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 /friends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GET /user/{user_id}; POST /friends/accept/{friend_id}; POST /friends/remove/{friend_id}; GET /users/search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5433209"/>
                  </a:ext>
                </a:extLst>
              </a:tr>
              <a:tr h="4300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9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Профиль пользователя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Публичная страница другого пользователя. Отображает его коллекцию игр (с оценками, но без заметок) и написанные отзывы. Для своих друзей доступна кнопка добавления в друзья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 /user/{user_id}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POST /friends/add/{user_id}; GET /game/{game_id}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9885268"/>
                  </a:ext>
                </a:extLst>
              </a:tr>
              <a:tr h="3700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10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Поиск пользователей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Отображает результаты поиска пользователей по логину. Каждый результат содержит кнопку для перехода в профиль или добавления в друзья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 /users/search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GET /user/{user_id}; POST /friends/add/{user_id}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9021731"/>
                  </a:ext>
                </a:extLst>
              </a:tr>
              <a:tr h="3700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11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Админ-панель (главная)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Главная страница администратора. Содержит краткую статистику: общее количество пользователей, игр, отзывов. Ссылки на разделы управления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 /admin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GET /admin/games; GET /admin/users; GET /admin/reviews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1076199"/>
                  </a:ext>
                </a:extLst>
              </a:tr>
              <a:tr h="3700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12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Управление играми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Таблица всех игр с возможностью сортировки и поиска. Для каждой игры — кнопки редактирования и удаления. Кнопка добавления новой игры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 /admin/games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GET /admin/games/create; GET /admin/games/edit/{game_id}; POST /admin/games/delete/{game_id}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4091708"/>
                  </a:ext>
                </a:extLst>
              </a:tr>
              <a:tr h="4300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13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Добавление/редактирование игры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Форма с полями для ввода данных об игре (название, разработчик, жанр, описание, год выпуска). В режиме редактирования поля заполнены существующими данными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GET /admin/games/create; GET /admin/games/edit/{game_id}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POST /admin/games/create; POST /admin/games/edit/{game_id}; GET /admin/games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2416283"/>
                  </a:ext>
                </a:extLst>
              </a:tr>
              <a:tr h="3700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14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Управление пользователями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Таблица всех пользователей с информацией: логин, email, роль, дата регистрации, статус (активен/заблокирован). Возможность изменить роль и заблокировать пользователя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 /admin/users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>
                          <a:effectLst/>
                        </a:rPr>
                        <a:t>POST /admin/users/role/{user_id}; POST /admin/users/ban/{user_id}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8126835"/>
                  </a:ext>
                </a:extLst>
              </a:tr>
              <a:tr h="2430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15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Модерация отзывов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Таблица всех отзывов с возможностью поиска по игре или пользователю. Для каждого отзыва — кнопка удаления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ru-RU" sz="800">
                          <a:effectLst/>
                        </a:rPr>
                        <a:t>GET /admin/reviews</a:t>
                      </a:r>
                      <a:endParaRPr lang="ru-RU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800" dirty="0">
                          <a:effectLst/>
                        </a:rPr>
                        <a:t>POST /admin/reviews/delete/{</a:t>
                      </a:r>
                      <a:r>
                        <a:rPr lang="en-US" sz="800" dirty="0" err="1">
                          <a:effectLst/>
                        </a:rPr>
                        <a:t>review_id</a:t>
                      </a:r>
                      <a:r>
                        <a:rPr lang="en-US" sz="800" dirty="0">
                          <a:effectLst/>
                        </a:rPr>
                        <a:t>}; GET /game/{</a:t>
                      </a:r>
                      <a:r>
                        <a:rPr lang="en-US" sz="800" dirty="0" err="1">
                          <a:effectLst/>
                        </a:rPr>
                        <a:t>game_id</a:t>
                      </a:r>
                      <a:r>
                        <a:rPr lang="en-US" sz="800" dirty="0">
                          <a:effectLst/>
                        </a:rPr>
                        <a:t>}</a:t>
                      </a:r>
                      <a:endParaRPr lang="ru-RU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7134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6892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45A47-3E0E-4687-94B8-F6A9CE9A5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0"/>
            <a:ext cx="10515600" cy="1325563"/>
          </a:xfrm>
        </p:spPr>
        <p:txBody>
          <a:bodyPr/>
          <a:lstStyle/>
          <a:p>
            <a:r>
              <a:rPr lang="ru-RU" dirty="0"/>
              <a:t>8. </a:t>
            </a:r>
            <a:r>
              <a:rPr lang="en-US" dirty="0"/>
              <a:t>C</a:t>
            </a:r>
            <a:r>
              <a:rPr lang="ru-RU" dirty="0" err="1"/>
              <a:t>хема</a:t>
            </a:r>
            <a:r>
              <a:rPr lang="ru-RU" dirty="0"/>
              <a:t> переходов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85B2D4-E2F5-6719-6432-114493A62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181" y="1233601"/>
            <a:ext cx="8238634" cy="549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6213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AA2487-6866-4903-9B1F-41169E629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748" y="0"/>
            <a:ext cx="10515600" cy="1325563"/>
          </a:xfrm>
        </p:spPr>
        <p:txBody>
          <a:bodyPr/>
          <a:lstStyle/>
          <a:p>
            <a:r>
              <a:rPr lang="ru-RU" dirty="0"/>
              <a:t>9. Макеты выбранных </a:t>
            </a:r>
            <a:br>
              <a:rPr lang="ru-RU" dirty="0"/>
            </a:br>
            <a:r>
              <a:rPr lang="ru-RU" dirty="0"/>
              <a:t>веб-страниц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89426FF-7469-46CA-86ED-849D23387D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764" y="1089343"/>
            <a:ext cx="6254750" cy="57686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40417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10421D-D704-1BE1-C045-55CB11C4F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скриншот заполненного репозитория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709F4C-4510-AEDC-F73E-90ED1A406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7401"/>
            <a:ext cx="12192000" cy="575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95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870AD-AE3B-2A04-207A-C35A644B1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распределение обязанностей между членами группы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3C7E39-3E06-19EB-23D1-6A80E46BAFAB}"/>
              </a:ext>
            </a:extLst>
          </p:cNvPr>
          <p:cNvSpPr txBox="1"/>
          <p:nvPr/>
        </p:nvSpPr>
        <p:spPr>
          <a:xfrm>
            <a:off x="179312" y="2688640"/>
            <a:ext cx="118492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Синейкин Павел Романович</a:t>
            </a:r>
            <a:br>
              <a:rPr lang="ru-RU" dirty="0"/>
            </a:br>
            <a:r>
              <a:rPr lang="ru-RU" dirty="0"/>
              <a:t>Разработка </a:t>
            </a:r>
            <a:r>
              <a:rPr lang="ru-RU" dirty="0" err="1"/>
              <a:t>backend</a:t>
            </a:r>
            <a:r>
              <a:rPr lang="ru-RU" dirty="0"/>
              <a:t>-части: авторизация и регистрация пользователей, работа с базой данных MySQL, реализация логики коллекции игр и API.</a:t>
            </a:r>
          </a:p>
          <a:p>
            <a:r>
              <a:rPr lang="ru-RU" b="1" dirty="0"/>
              <a:t>Жилин Егор Сергеевич</a:t>
            </a:r>
            <a:br>
              <a:rPr lang="ru-RU" dirty="0"/>
            </a:br>
            <a:r>
              <a:rPr lang="ru-RU" dirty="0"/>
              <a:t>Разработка </a:t>
            </a:r>
            <a:r>
              <a:rPr lang="ru-RU" dirty="0" err="1"/>
              <a:t>frontend</a:t>
            </a:r>
            <a:r>
              <a:rPr lang="ru-RU" dirty="0"/>
              <a:t>-части: интерфейс сайта (HTML, CSS, JavaScript), верстка страниц (каталог игр, карточка игры, коллекция, лента рекомендаций), навигация и дизайн.</a:t>
            </a:r>
          </a:p>
          <a:p>
            <a:r>
              <a:rPr lang="ru-RU" b="1" dirty="0"/>
              <a:t>Логинов Андрей Витальевич</a:t>
            </a:r>
            <a:br>
              <a:rPr lang="ru-RU" dirty="0"/>
            </a:br>
            <a:r>
              <a:rPr lang="ru-RU" dirty="0"/>
              <a:t>Реализация админ-панели, управление играми, пользователями и отзывами, а также подготовка документации и схем проекта.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9058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21EA0-B224-3CDD-9B5C-F3CBED41C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21B86A-0C08-7CE1-F669-0BA362BAA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100" y="650880"/>
            <a:ext cx="9448800" cy="1825096"/>
          </a:xfrm>
        </p:spPr>
        <p:txBody>
          <a:bodyPr>
            <a:normAutofit/>
          </a:bodyPr>
          <a:lstStyle/>
          <a:p>
            <a:r>
              <a:rPr lang="en-US" sz="5400" dirty="0" err="1"/>
              <a:t>GamePulse</a:t>
            </a:r>
            <a:endParaRPr lang="ru-RU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4F4A52-268F-8B12-B0D0-17961198E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7775" y="2546351"/>
            <a:ext cx="9448800" cy="685800"/>
          </a:xfrm>
        </p:spPr>
        <p:txBody>
          <a:bodyPr>
            <a:noAutofit/>
          </a:bodyPr>
          <a:lstStyle/>
          <a:p>
            <a:r>
              <a:rPr lang="ru-RU" sz="1200" dirty="0"/>
              <a:t>Персонализированная платформа для рекомендаций и каталогизации видеоигр</a:t>
            </a:r>
          </a:p>
          <a:p>
            <a:endParaRPr lang="ru-RU" sz="1200" dirty="0"/>
          </a:p>
          <a:p>
            <a:r>
              <a:rPr lang="ru-RU" sz="1200" dirty="0"/>
              <a:t>Группа: ПИБ-242</a:t>
            </a:r>
          </a:p>
          <a:p>
            <a:r>
              <a:rPr lang="ru-RU" sz="1200" dirty="0" err="1"/>
              <a:t>Синейкин</a:t>
            </a:r>
            <a:r>
              <a:rPr lang="ru-RU" sz="1200" dirty="0"/>
              <a:t> Павел Романович</a:t>
            </a:r>
          </a:p>
          <a:p>
            <a:r>
              <a:rPr lang="ru-RU" sz="1200" dirty="0"/>
              <a:t>Жилин Егор Сергеевич</a:t>
            </a:r>
          </a:p>
          <a:p>
            <a:r>
              <a:rPr lang="ru-RU" sz="1200" dirty="0"/>
              <a:t>Логинов Андрей Витальевич</a:t>
            </a:r>
          </a:p>
          <a:p>
            <a:endParaRPr lang="ru-RU" sz="1200" dirty="0"/>
          </a:p>
          <a:p>
            <a:r>
              <a:rPr lang="ru-RU" sz="1200" dirty="0"/>
              <a:t>https://github.com/EGORKAXLL/GamePulse</a:t>
            </a:r>
          </a:p>
        </p:txBody>
      </p:sp>
    </p:spTree>
    <p:extLst>
      <p:ext uri="{BB962C8B-B14F-4D97-AF65-F5344CB8AC3E}">
        <p14:creationId xmlns:p14="http://schemas.microsoft.com/office/powerpoint/2010/main" val="188136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След самолета</Template>
  <TotalTime>48</TotalTime>
  <Words>2140</Words>
  <Application>Microsoft Office PowerPoint</Application>
  <PresentationFormat>Широкоэкранный</PresentationFormat>
  <Paragraphs>384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След самолета</vt:lpstr>
      <vt:lpstr>GamePulse</vt:lpstr>
      <vt:lpstr>2. Краткое описание проекта</vt:lpstr>
      <vt:lpstr>3. Пользователи и основные возможности</vt:lpstr>
      <vt:lpstr>4. Диаграмма Use-Case</vt:lpstr>
      <vt:lpstr>5. Структура базы данных</vt:lpstr>
      <vt:lpstr>6. er-ДИАГРАММА базы данных</vt:lpstr>
      <vt:lpstr>6. Список endpoint-ов</vt:lpstr>
      <vt:lpstr>7. Список веб-страниц</vt:lpstr>
      <vt:lpstr>8. Cхема переходов</vt:lpstr>
      <vt:lpstr>9. Макеты выбранных  веб-страниц</vt:lpstr>
      <vt:lpstr>скриншот заполненного репозитория</vt:lpstr>
      <vt:lpstr>распределение обязанностей между членами группы</vt:lpstr>
      <vt:lpstr>GamePulse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GamePulse</dc:title>
  <dc:creator>Andry Letov</dc:creator>
  <cp:lastModifiedBy>Павел Синейкин</cp:lastModifiedBy>
  <cp:revision>5</cp:revision>
  <dcterms:created xsi:type="dcterms:W3CDTF">2026-02-24T05:49:07Z</dcterms:created>
  <dcterms:modified xsi:type="dcterms:W3CDTF">2026-03-10T09:00:00Z</dcterms:modified>
</cp:coreProperties>
</file>